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9"/>
  </p:notesMasterIdLst>
  <p:handoutMasterIdLst>
    <p:handoutMasterId r:id="rId20"/>
  </p:handoutMasterIdLst>
  <p:sldIdLst>
    <p:sldId id="256" r:id="rId5"/>
    <p:sldId id="266" r:id="rId6"/>
    <p:sldId id="299" r:id="rId7"/>
    <p:sldId id="271" r:id="rId8"/>
    <p:sldId id="305" r:id="rId9"/>
    <p:sldId id="306" r:id="rId10"/>
    <p:sldId id="307" r:id="rId11"/>
    <p:sldId id="300" r:id="rId12"/>
    <p:sldId id="308" r:id="rId13"/>
    <p:sldId id="309" r:id="rId14"/>
    <p:sldId id="310" r:id="rId15"/>
    <p:sldId id="302" r:id="rId16"/>
    <p:sldId id="311" r:id="rId17"/>
    <p:sldId id="29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00407E-EAC7-87DC-FC0C-280F0E689D2D}" v="2494" dt="2023-10-10T16:08:23.390"/>
    <p1510:client id="{371469F2-7FB5-DB05-7033-9D92FC40B165}" v="342" dt="2023-10-10T13:47:11.794"/>
    <p1510:client id="{6EBFC22B-979F-6508-F6E3-EFFB2C51D6FF}" v="13" dt="2023-10-10T16:31:08.077"/>
    <p1510:client id="{CE603013-85E2-341E-0762-8B4FF6C84501}" v="563" dt="2023-10-10T13:57:58.758"/>
  </p1510:revLst>
</p1510:revInfo>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D67ED0-6EEA-48F6-A9C1-BE754AABC76A}" type="doc">
      <dgm:prSet loTypeId="urn:microsoft.com/office/officeart/2017/3/layout/HorizontalPathTimeline#2" loCatId="other" qsTypeId="urn:microsoft.com/office/officeart/2005/8/quickstyle/simple1" qsCatId="simple" csTypeId="urn:microsoft.com/office/officeart/2005/8/colors/accent1_2" csCatId="accent1" phldr="1"/>
      <dgm:spPr/>
      <dgm:t>
        <a:bodyPr/>
        <a:lstStyle/>
        <a:p>
          <a:endParaRPr lang="en-US"/>
        </a:p>
      </dgm:t>
    </dgm:pt>
    <dgm:pt modelId="{AE62509E-8FD5-4BC0-8484-49407DA07B2D}">
      <dgm:prSet phldrT="[Text]" phldr="0"/>
      <dgm:spPr/>
      <dgm:t>
        <a:bodyPr/>
        <a:lstStyle/>
        <a:p>
          <a:pPr rtl="0">
            <a:lnSpc>
              <a:spcPct val="100000"/>
            </a:lnSpc>
            <a:spcAft>
              <a:spcPts val="0"/>
            </a:spcAft>
          </a:pPr>
          <a:r>
            <a:rPr lang="en-US" spc="100" dirty="0">
              <a:latin typeface="Meiryo"/>
            </a:rPr>
            <a:t>I. </a:t>
          </a:r>
          <a:r>
            <a:rPr lang="en-US" spc="100" dirty="0" err="1">
              <a:latin typeface="Meiryo"/>
            </a:rPr>
            <a:t>Mérföldkő</a:t>
          </a:r>
          <a:r>
            <a:rPr lang="en-US" spc="100" dirty="0">
              <a:latin typeface="Meiryo"/>
            </a:rPr>
            <a:t> - 2023.10.11.</a:t>
          </a:r>
          <a:endParaRPr lang="en-US" spc="100" dirty="0"/>
        </a:p>
      </dgm:t>
    </dgm:pt>
    <dgm:pt modelId="{8F2C679D-77AF-46F9-9ACE-1E1D440B1883}" type="parTrans" cxnId="{B681E0E7-0B3A-4DB8-BF19-F9AE0E1C787B}">
      <dgm:prSet/>
      <dgm:spPr/>
      <dgm:t>
        <a:bodyPr/>
        <a:lstStyle/>
        <a:p>
          <a:endParaRPr lang="en-US">
            <a:solidFill>
              <a:schemeClr val="tx1"/>
            </a:solidFill>
          </a:endParaRPr>
        </a:p>
      </dgm:t>
    </dgm:pt>
    <dgm:pt modelId="{5C2CB4AF-F88D-4FBE-A40E-0CC048A23B9E}" type="sibTrans" cxnId="{B681E0E7-0B3A-4DB8-BF19-F9AE0E1C787B}">
      <dgm:prSet/>
      <dgm:spPr/>
      <dgm:t>
        <a:bodyPr/>
        <a:lstStyle/>
        <a:p>
          <a:endParaRPr lang="en-US">
            <a:solidFill>
              <a:schemeClr val="tx1"/>
            </a:solidFill>
          </a:endParaRPr>
        </a:p>
      </dgm:t>
    </dgm:pt>
    <dgm:pt modelId="{54A260F9-80FA-4E2A-BE87-2C0670B83857}">
      <dgm:prSet phldrT="[Text]" phldr="0" custT="1"/>
      <dgm:spPr/>
      <dgm:t>
        <a:bodyPr/>
        <a:lstStyle/>
        <a:p>
          <a:pPr rtl="0">
            <a:lnSpc>
              <a:spcPct val="90000"/>
            </a:lnSpc>
            <a:spcAft>
              <a:spcPts val="0"/>
            </a:spcAft>
            <a:buFont typeface="Arial" panose="020B0604020202020204" pitchFamily="34" charset="0"/>
            <a:buChar char="•"/>
          </a:pPr>
          <a:r>
            <a:rPr lang="en-US" sz="1100" spc="100" baseline="0" dirty="0">
              <a:solidFill>
                <a:schemeClr val="tx1"/>
              </a:solidFill>
              <a:latin typeface="Meiryo"/>
            </a:rPr>
            <a:t> </a:t>
          </a:r>
          <a:r>
            <a:rPr lang="en-US" sz="1100" spc="100" baseline="0" dirty="0" err="1">
              <a:solidFill>
                <a:schemeClr val="tx1"/>
              </a:solidFill>
              <a:latin typeface="Meiryo"/>
            </a:rPr>
            <a:t>Projektterv</a:t>
          </a:r>
          <a:r>
            <a:rPr lang="en-US" sz="1100" spc="100" baseline="0" dirty="0">
              <a:solidFill>
                <a:schemeClr val="tx1"/>
              </a:solidFill>
              <a:latin typeface="Meiryo"/>
            </a:rPr>
            <a:t>, Gnatt chart, </a:t>
          </a:r>
          <a:r>
            <a:rPr lang="en-US" sz="1100" spc="100" baseline="0" dirty="0" err="1">
              <a:solidFill>
                <a:schemeClr val="tx1"/>
              </a:solidFill>
              <a:latin typeface="Meiryo"/>
            </a:rPr>
            <a:t>Prezentáció</a:t>
          </a:r>
          <a:r>
            <a:rPr lang="en-US" sz="1100" spc="100" baseline="0" dirty="0">
              <a:solidFill>
                <a:schemeClr val="tx1"/>
              </a:solidFill>
              <a:latin typeface="Meiryo"/>
            </a:rPr>
            <a:t>, </a:t>
          </a:r>
          <a:r>
            <a:rPr lang="en-US" sz="1100" spc="100" baseline="0" dirty="0" err="1">
              <a:solidFill>
                <a:schemeClr val="tx1"/>
              </a:solidFill>
              <a:latin typeface="Meiryo"/>
            </a:rPr>
            <a:t>Egyéni</a:t>
          </a:r>
          <a:r>
            <a:rPr lang="en-US" sz="1100" spc="100" baseline="0" dirty="0">
              <a:solidFill>
                <a:schemeClr val="tx1"/>
              </a:solidFill>
              <a:latin typeface="Meiryo"/>
            </a:rPr>
            <a:t> jelentés</a:t>
          </a:r>
          <a:endParaRPr lang="en-US" sz="1100" spc="100" baseline="0" dirty="0">
            <a:solidFill>
              <a:schemeClr val="tx1"/>
            </a:solidFill>
          </a:endParaRPr>
        </a:p>
      </dgm:t>
    </dgm:pt>
    <dgm:pt modelId="{3E4E3177-8F1B-40ED-B20A-6A6F0041E180}" type="parTrans" cxnId="{0D49E980-DE7B-46C8-A240-0AF3E38E1055}">
      <dgm:prSet/>
      <dgm:spPr/>
      <dgm:t>
        <a:bodyPr/>
        <a:lstStyle/>
        <a:p>
          <a:endParaRPr lang="en-US">
            <a:solidFill>
              <a:schemeClr val="tx1"/>
            </a:solidFill>
          </a:endParaRPr>
        </a:p>
      </dgm:t>
    </dgm:pt>
    <dgm:pt modelId="{BA9E60E0-CF2E-4096-A9F4-556713DB9AE4}" type="sibTrans" cxnId="{0D49E980-DE7B-46C8-A240-0AF3E38E1055}">
      <dgm:prSet/>
      <dgm:spPr/>
      <dgm:t>
        <a:bodyPr/>
        <a:lstStyle/>
        <a:p>
          <a:endParaRPr lang="en-US">
            <a:solidFill>
              <a:schemeClr val="tx1"/>
            </a:solidFill>
          </a:endParaRPr>
        </a:p>
      </dgm:t>
    </dgm:pt>
    <dgm:pt modelId="{20928AAA-F457-4A09-8AAC-A82210983FBE}">
      <dgm:prSet phldrT="[Text]" phldr="0"/>
      <dgm:spPr/>
      <dgm:t>
        <a:bodyPr/>
        <a:lstStyle/>
        <a:p>
          <a:pPr rtl="0">
            <a:lnSpc>
              <a:spcPct val="100000"/>
            </a:lnSpc>
            <a:spcAft>
              <a:spcPts val="0"/>
            </a:spcAft>
          </a:pPr>
          <a:r>
            <a:rPr lang="en-US" spc="100" baseline="0" dirty="0">
              <a:solidFill>
                <a:schemeClr val="tx1"/>
              </a:solidFill>
              <a:latin typeface="Meiryo"/>
            </a:rPr>
            <a:t>II. </a:t>
          </a:r>
          <a:r>
            <a:rPr lang="en-US" spc="100" baseline="0" dirty="0" err="1">
              <a:solidFill>
                <a:schemeClr val="tx1"/>
              </a:solidFill>
              <a:latin typeface="Meiryo"/>
            </a:rPr>
            <a:t>Mérföldkő</a:t>
          </a:r>
          <a:r>
            <a:rPr lang="en-US" spc="100" baseline="0" dirty="0">
              <a:solidFill>
                <a:schemeClr val="tx1"/>
              </a:solidFill>
              <a:latin typeface="Meiryo"/>
            </a:rPr>
            <a:t> - 2023.10.25.</a:t>
          </a:r>
          <a:endParaRPr lang="en-US" spc="100" baseline="0" dirty="0">
            <a:solidFill>
              <a:schemeClr val="tx1"/>
            </a:solidFill>
          </a:endParaRPr>
        </a:p>
      </dgm:t>
    </dgm:pt>
    <dgm:pt modelId="{915085CE-2C78-4B64-8FF4-E48DB7BD55D2}" type="parTrans" cxnId="{BA476174-221B-4A3D-B4E2-5FCC084B59D3}">
      <dgm:prSet/>
      <dgm:spPr/>
      <dgm:t>
        <a:bodyPr/>
        <a:lstStyle/>
        <a:p>
          <a:endParaRPr lang="en-US">
            <a:solidFill>
              <a:schemeClr val="tx1"/>
            </a:solidFill>
          </a:endParaRPr>
        </a:p>
      </dgm:t>
    </dgm:pt>
    <dgm:pt modelId="{EB5D5454-A5E9-4E37-B514-DFC5324A66C0}" type="sibTrans" cxnId="{BA476174-221B-4A3D-B4E2-5FCC084B59D3}">
      <dgm:prSet/>
      <dgm:spPr/>
      <dgm:t>
        <a:bodyPr/>
        <a:lstStyle/>
        <a:p>
          <a:endParaRPr lang="en-US">
            <a:solidFill>
              <a:schemeClr val="tx1"/>
            </a:solidFill>
          </a:endParaRPr>
        </a:p>
      </dgm:t>
    </dgm:pt>
    <dgm:pt modelId="{9C6534A9-4C27-4998-80A5-DF23882CAE25}">
      <dgm:prSet phldrT="[Text]" custT="1"/>
      <dgm:spPr/>
      <dgm:t>
        <a:bodyPr/>
        <a:lstStyle/>
        <a:p>
          <a:pPr rtl="0">
            <a:lnSpc>
              <a:spcPct val="90000"/>
            </a:lnSpc>
            <a:spcAft>
              <a:spcPts val="0"/>
            </a:spcAft>
            <a:buFont typeface="Arial" panose="020B0604020202020204" pitchFamily="34" charset="0"/>
            <a:buChar char="•"/>
          </a:pPr>
          <a:r>
            <a:rPr lang="en-US" sz="1100" b="0" i="0" spc="100" baseline="0" dirty="0">
              <a:solidFill>
                <a:schemeClr val="tx1"/>
              </a:solidFill>
              <a:latin typeface="Meiryo"/>
            </a:rPr>
            <a:t> UML, </a:t>
          </a:r>
          <a:r>
            <a:rPr lang="en-US" sz="1100" b="0" i="0" spc="100" baseline="0" dirty="0" err="1">
              <a:solidFill>
                <a:schemeClr val="tx1"/>
              </a:solidFill>
              <a:latin typeface="Meiryo"/>
            </a:rPr>
            <a:t>adatbázis</a:t>
          </a:r>
          <a:r>
            <a:rPr lang="en-US" sz="1100" b="0" i="0" spc="100" baseline="0" dirty="0">
              <a:solidFill>
                <a:schemeClr val="tx1"/>
              </a:solidFill>
              <a:latin typeface="Meiryo"/>
            </a:rPr>
            <a:t>-</a:t>
          </a:r>
          <a:r>
            <a:rPr lang="en-US" sz="1100" spc="100" baseline="0" dirty="0">
              <a:solidFill>
                <a:schemeClr val="tx1"/>
              </a:solidFill>
              <a:latin typeface="Meiryo"/>
            </a:rPr>
            <a:t> </a:t>
          </a:r>
          <a:r>
            <a:rPr lang="en-US" sz="1100" spc="100" baseline="0" dirty="0" err="1">
              <a:solidFill>
                <a:schemeClr val="tx1"/>
              </a:solidFill>
              <a:latin typeface="Meiryo"/>
            </a:rPr>
            <a:t>és</a:t>
          </a:r>
          <a:r>
            <a:rPr lang="en-US" sz="1100" spc="100" baseline="0" dirty="0">
              <a:solidFill>
                <a:schemeClr val="tx1"/>
              </a:solidFill>
              <a:latin typeface="Meiryo"/>
            </a:rPr>
            <a:t> UI </a:t>
          </a:r>
          <a:r>
            <a:rPr lang="en-US" sz="1100" spc="100" baseline="0" dirty="0" err="1">
              <a:solidFill>
                <a:schemeClr val="tx1"/>
              </a:solidFill>
              <a:latin typeface="Meiryo"/>
            </a:rPr>
            <a:t>tervek</a:t>
          </a:r>
          <a:r>
            <a:rPr lang="en-US" sz="1100" spc="100" baseline="0" dirty="0">
              <a:solidFill>
                <a:schemeClr val="tx1"/>
              </a:solidFill>
              <a:latin typeface="Meiryo"/>
            </a:rPr>
            <a:t>, </a:t>
          </a:r>
          <a:r>
            <a:rPr lang="en-US" sz="1100" spc="100" baseline="0" dirty="0" err="1">
              <a:solidFill>
                <a:schemeClr val="tx1"/>
              </a:solidFill>
              <a:latin typeface="Meiryo"/>
            </a:rPr>
            <a:t>prezentáció</a:t>
          </a:r>
          <a:r>
            <a:rPr lang="en-US" sz="1100" spc="100" baseline="0" dirty="0">
              <a:solidFill>
                <a:schemeClr val="tx1"/>
              </a:solidFill>
              <a:latin typeface="Meiryo"/>
            </a:rPr>
            <a:t>, </a:t>
          </a:r>
          <a:r>
            <a:rPr lang="en-US" sz="1100" spc="100" baseline="0" dirty="0" err="1">
              <a:solidFill>
                <a:schemeClr val="tx1"/>
              </a:solidFill>
              <a:latin typeface="Meiryo"/>
            </a:rPr>
            <a:t>egyéni</a:t>
          </a:r>
          <a:r>
            <a:rPr lang="en-US" sz="1100" spc="100" baseline="0" dirty="0">
              <a:solidFill>
                <a:schemeClr val="tx1"/>
              </a:solidFill>
              <a:latin typeface="Meiryo"/>
            </a:rPr>
            <a:t> jelentés </a:t>
          </a:r>
          <a:endParaRPr lang="en-US" sz="1100" spc="100" baseline="0" dirty="0">
            <a:solidFill>
              <a:schemeClr val="tx1"/>
            </a:solidFill>
          </a:endParaRPr>
        </a:p>
      </dgm:t>
    </dgm:pt>
    <dgm:pt modelId="{0AA7231B-9394-4732-A7BE-3EB3CF2F8D70}" type="parTrans" cxnId="{82290D4D-2346-4E6C-B254-B9EAA4D01A23}">
      <dgm:prSet/>
      <dgm:spPr/>
      <dgm:t>
        <a:bodyPr/>
        <a:lstStyle/>
        <a:p>
          <a:endParaRPr lang="en-US">
            <a:solidFill>
              <a:schemeClr val="tx1"/>
            </a:solidFill>
          </a:endParaRPr>
        </a:p>
      </dgm:t>
    </dgm:pt>
    <dgm:pt modelId="{83B69D46-737C-4589-B359-6BD9DD58BC91}" type="sibTrans" cxnId="{82290D4D-2346-4E6C-B254-B9EAA4D01A23}">
      <dgm:prSet/>
      <dgm:spPr/>
      <dgm:t>
        <a:bodyPr/>
        <a:lstStyle/>
        <a:p>
          <a:endParaRPr lang="en-US">
            <a:solidFill>
              <a:schemeClr val="tx1"/>
            </a:solidFill>
          </a:endParaRPr>
        </a:p>
      </dgm:t>
    </dgm:pt>
    <dgm:pt modelId="{03738E35-4243-4E7D-A93F-C07DA3901E78}">
      <dgm:prSet phldrT="[Text]"/>
      <dgm:spPr/>
      <dgm:t>
        <a:bodyPr/>
        <a:lstStyle/>
        <a:p>
          <a:pPr rtl="0">
            <a:lnSpc>
              <a:spcPct val="100000"/>
            </a:lnSpc>
            <a:spcAft>
              <a:spcPts val="0"/>
            </a:spcAft>
          </a:pPr>
          <a:r>
            <a:rPr lang="en-US" spc="100" baseline="0" dirty="0">
              <a:solidFill>
                <a:schemeClr val="tx1"/>
              </a:solidFill>
              <a:latin typeface="Meiryo"/>
            </a:rPr>
            <a:t>III. </a:t>
          </a:r>
          <a:r>
            <a:rPr lang="en-US" spc="100" baseline="0" dirty="0" err="1">
              <a:solidFill>
                <a:schemeClr val="tx1"/>
              </a:solidFill>
              <a:latin typeface="Meiryo"/>
            </a:rPr>
            <a:t>Mérföldkő</a:t>
          </a:r>
          <a:r>
            <a:rPr lang="en-US" spc="100" baseline="0" dirty="0">
              <a:solidFill>
                <a:schemeClr val="tx1"/>
              </a:solidFill>
              <a:latin typeface="Meiryo"/>
            </a:rPr>
            <a:t> - 2023.11.15.</a:t>
          </a:r>
          <a:endParaRPr lang="en-US" spc="100" baseline="0" dirty="0">
            <a:solidFill>
              <a:schemeClr val="tx1"/>
            </a:solidFill>
          </a:endParaRPr>
        </a:p>
      </dgm:t>
    </dgm:pt>
    <dgm:pt modelId="{DABBAF6C-D1C9-42E1-B928-5ACDE3D21AB0}" type="parTrans" cxnId="{E41AD5BE-76F3-4A9E-8059-7FC968661703}">
      <dgm:prSet/>
      <dgm:spPr/>
      <dgm:t>
        <a:bodyPr/>
        <a:lstStyle/>
        <a:p>
          <a:endParaRPr lang="en-US">
            <a:solidFill>
              <a:schemeClr val="tx1"/>
            </a:solidFill>
          </a:endParaRPr>
        </a:p>
      </dgm:t>
    </dgm:pt>
    <dgm:pt modelId="{6BF5896A-A334-45B0-B451-09159F55B184}" type="sibTrans" cxnId="{E41AD5BE-76F3-4A9E-8059-7FC968661703}">
      <dgm:prSet/>
      <dgm:spPr/>
      <dgm:t>
        <a:bodyPr/>
        <a:lstStyle/>
        <a:p>
          <a:endParaRPr lang="en-US">
            <a:solidFill>
              <a:schemeClr val="tx1"/>
            </a:solidFill>
          </a:endParaRPr>
        </a:p>
      </dgm:t>
    </dgm:pt>
    <dgm:pt modelId="{34C8CD19-04E2-4488-965F-DC841C470D45}">
      <dgm:prSet phldrT="[Text]" custT="1"/>
      <dgm:spPr/>
      <dgm:t>
        <a:bodyPr/>
        <a:lstStyle/>
        <a:p>
          <a:pPr rtl="0">
            <a:lnSpc>
              <a:spcPct val="90000"/>
            </a:lnSpc>
            <a:spcAft>
              <a:spcPts val="0"/>
            </a:spcAft>
            <a:buFont typeface="Arial" panose="020B0604020202020204" pitchFamily="34" charset="0"/>
            <a:buChar char="•"/>
          </a:pPr>
          <a:r>
            <a:rPr lang="en-US" sz="1100" b="0" i="0" spc="150" baseline="0" dirty="0">
              <a:solidFill>
                <a:schemeClr val="tx1"/>
              </a:solidFill>
              <a:latin typeface="Meiryo"/>
            </a:rPr>
            <a:t> </a:t>
          </a:r>
          <a:r>
            <a:rPr lang="en-US" sz="1100" b="0" i="0" spc="150" baseline="0" dirty="0" err="1">
              <a:solidFill>
                <a:schemeClr val="tx1"/>
              </a:solidFill>
              <a:latin typeface="Meiryo"/>
            </a:rPr>
            <a:t>Prototípus</a:t>
          </a:r>
          <a:r>
            <a:rPr lang="en-US" sz="1100" spc="150" baseline="0" dirty="0">
              <a:solidFill>
                <a:schemeClr val="tx1"/>
              </a:solidFill>
              <a:latin typeface="Meiryo"/>
            </a:rPr>
            <a:t> I. </a:t>
          </a:r>
          <a:r>
            <a:rPr lang="en-US" sz="1100" spc="150" baseline="0" dirty="0" err="1">
              <a:solidFill>
                <a:schemeClr val="tx1"/>
              </a:solidFill>
              <a:latin typeface="Meiryo"/>
            </a:rPr>
            <a:t>és</a:t>
          </a:r>
          <a:r>
            <a:rPr lang="en-US" sz="1100" spc="150" baseline="0" dirty="0">
              <a:solidFill>
                <a:schemeClr val="tx1"/>
              </a:solidFill>
              <a:latin typeface="Meiryo"/>
            </a:rPr>
            <a:t> </a:t>
          </a:r>
          <a:r>
            <a:rPr lang="en-US" sz="1100" spc="150" baseline="0" dirty="0" err="1">
              <a:solidFill>
                <a:schemeClr val="tx1"/>
              </a:solidFill>
              <a:latin typeface="Meiryo"/>
            </a:rPr>
            <a:t>tesztelési</a:t>
          </a:r>
          <a:r>
            <a:rPr lang="en-US" sz="1100" spc="150" baseline="0" dirty="0">
              <a:solidFill>
                <a:schemeClr val="tx1"/>
              </a:solidFill>
              <a:latin typeface="Meiryo"/>
            </a:rPr>
            <a:t> dokumentáció, egyéni jelentés</a:t>
          </a:r>
          <a:endParaRPr lang="en-US" sz="1100" spc="150" baseline="0" dirty="0">
            <a:solidFill>
              <a:schemeClr val="tx1"/>
            </a:solidFill>
          </a:endParaRPr>
        </a:p>
      </dgm:t>
    </dgm:pt>
    <dgm:pt modelId="{CD5F7DE2-2AD1-4CE8-AAC7-AD9C8E180CEA}" type="parTrans" cxnId="{07030C4E-4D62-4240-B10F-E41B801C763E}">
      <dgm:prSet/>
      <dgm:spPr/>
      <dgm:t>
        <a:bodyPr/>
        <a:lstStyle/>
        <a:p>
          <a:endParaRPr lang="en-US">
            <a:solidFill>
              <a:schemeClr val="tx1"/>
            </a:solidFill>
          </a:endParaRPr>
        </a:p>
      </dgm:t>
    </dgm:pt>
    <dgm:pt modelId="{7CE5955C-EC28-4D1B-9459-0C5458B1797D}" type="sibTrans" cxnId="{07030C4E-4D62-4240-B10F-E41B801C763E}">
      <dgm:prSet/>
      <dgm:spPr/>
      <dgm:t>
        <a:bodyPr/>
        <a:lstStyle/>
        <a:p>
          <a:endParaRPr lang="en-US">
            <a:solidFill>
              <a:schemeClr val="tx1"/>
            </a:solidFill>
          </a:endParaRPr>
        </a:p>
      </dgm:t>
    </dgm:pt>
    <dgm:pt modelId="{962BFD33-E216-4331-BBD8-38EEDAB2E2C0}">
      <dgm:prSet phldrT="[Text]" phldr="0"/>
      <dgm:spPr/>
      <dgm:t>
        <a:bodyPr/>
        <a:lstStyle/>
        <a:p>
          <a:pPr rtl="0">
            <a:lnSpc>
              <a:spcPct val="90000"/>
            </a:lnSpc>
            <a:spcAft>
              <a:spcPts val="0"/>
            </a:spcAft>
            <a:buFont typeface="Arial" panose="020B0604020202020204" pitchFamily="34" charset="0"/>
            <a:buChar char="•"/>
          </a:pPr>
          <a:r>
            <a:rPr lang="en-US" spc="100" baseline="0" dirty="0">
              <a:solidFill>
                <a:schemeClr val="tx1"/>
              </a:solidFill>
              <a:latin typeface="Meiryo"/>
            </a:rPr>
            <a:t> IV. </a:t>
          </a:r>
          <a:r>
            <a:rPr lang="en-US" spc="100" baseline="0" dirty="0" err="1">
              <a:solidFill>
                <a:schemeClr val="tx1"/>
              </a:solidFill>
              <a:latin typeface="Meiryo"/>
            </a:rPr>
            <a:t>Mérföldkő</a:t>
          </a:r>
          <a:r>
            <a:rPr lang="en-US" spc="100" baseline="0" dirty="0">
              <a:solidFill>
                <a:schemeClr val="tx1"/>
              </a:solidFill>
              <a:latin typeface="Meiryo"/>
            </a:rPr>
            <a:t> - 2023.12.06.</a:t>
          </a:r>
          <a:endParaRPr lang="en-US" spc="100" baseline="0" dirty="0">
            <a:solidFill>
              <a:schemeClr val="tx1"/>
            </a:solidFill>
          </a:endParaRPr>
        </a:p>
      </dgm:t>
    </dgm:pt>
    <dgm:pt modelId="{AB5F98BE-C987-462F-85E3-90E8BE69A319}" type="parTrans" cxnId="{D77C3B5C-C13D-41B7-AA50-BE60CD5D3FAD}">
      <dgm:prSet/>
      <dgm:spPr/>
      <dgm:t>
        <a:bodyPr/>
        <a:lstStyle/>
        <a:p>
          <a:endParaRPr lang="en-US">
            <a:solidFill>
              <a:schemeClr val="tx1"/>
            </a:solidFill>
          </a:endParaRPr>
        </a:p>
      </dgm:t>
    </dgm:pt>
    <dgm:pt modelId="{FF557E39-8331-4155-901F-701688C4CCAD}" type="sibTrans" cxnId="{D77C3B5C-C13D-41B7-AA50-BE60CD5D3FAD}">
      <dgm:prSet/>
      <dgm:spPr/>
      <dgm:t>
        <a:bodyPr/>
        <a:lstStyle/>
        <a:p>
          <a:endParaRPr lang="en-US">
            <a:solidFill>
              <a:schemeClr val="tx1"/>
            </a:solidFill>
          </a:endParaRPr>
        </a:p>
      </dgm:t>
    </dgm:pt>
    <dgm:pt modelId="{B296910E-5EDD-40B6-9F5C-49436E692D0A}">
      <dgm:prSet custT="1"/>
      <dgm:spPr/>
      <dgm:t>
        <a:bodyPr/>
        <a:lstStyle/>
        <a:p>
          <a:pPr rtl="0">
            <a:buFont typeface="Arial" panose="020B0604020202020204" pitchFamily="34" charset="0"/>
            <a:buChar char="•"/>
          </a:pPr>
          <a:r>
            <a:rPr lang="en-US" sz="1100" b="0" i="0" spc="100" baseline="0" dirty="0">
              <a:solidFill>
                <a:schemeClr val="tx1"/>
              </a:solidFill>
              <a:latin typeface="Meiryo"/>
            </a:rPr>
            <a:t> </a:t>
          </a:r>
          <a:r>
            <a:rPr lang="en-US" sz="1100" b="0" i="0" spc="100" baseline="0" dirty="0" err="1">
              <a:solidFill>
                <a:schemeClr val="tx1"/>
              </a:solidFill>
              <a:latin typeface="Meiryo"/>
            </a:rPr>
            <a:t>Prototípus</a:t>
          </a:r>
          <a:r>
            <a:rPr lang="en-US" sz="1100" b="0" i="0" spc="100" baseline="0" dirty="0">
              <a:solidFill>
                <a:schemeClr val="tx1"/>
              </a:solidFill>
              <a:latin typeface="Meiryo"/>
            </a:rPr>
            <a:t> II </a:t>
          </a:r>
          <a:r>
            <a:rPr lang="en-US" sz="1100" b="0" i="0" spc="100" baseline="0" dirty="0" err="1">
              <a:solidFill>
                <a:schemeClr val="tx1"/>
              </a:solidFill>
              <a:latin typeface="Meiryo"/>
            </a:rPr>
            <a:t>és</a:t>
          </a:r>
          <a:r>
            <a:rPr lang="en-US" sz="1100" b="0" i="0" spc="100" baseline="0" dirty="0">
              <a:solidFill>
                <a:schemeClr val="tx1"/>
              </a:solidFill>
              <a:latin typeface="Meiryo"/>
            </a:rPr>
            <a:t> </a:t>
          </a:r>
          <a:r>
            <a:rPr lang="en-US" sz="1100" b="0" i="0" spc="100" baseline="0" dirty="0" err="1">
              <a:solidFill>
                <a:schemeClr val="tx1"/>
              </a:solidFill>
              <a:latin typeface="Meiryo"/>
            </a:rPr>
            <a:t>frissített</a:t>
          </a:r>
          <a:r>
            <a:rPr lang="en-US" sz="1100" b="0" i="0" spc="100" baseline="0" dirty="0">
              <a:solidFill>
                <a:schemeClr val="tx1"/>
              </a:solidFill>
              <a:latin typeface="Meiryo"/>
            </a:rPr>
            <a:t> </a:t>
          </a:r>
          <a:r>
            <a:rPr lang="en-US" sz="1100" b="0" i="0" spc="100" baseline="0" dirty="0" err="1">
              <a:solidFill>
                <a:schemeClr val="tx1"/>
              </a:solidFill>
              <a:latin typeface="Meiryo"/>
            </a:rPr>
            <a:t>tesztelési</a:t>
          </a:r>
          <a:r>
            <a:rPr lang="en-US" sz="1100" b="0" i="0" spc="100" baseline="0" dirty="0">
              <a:solidFill>
                <a:schemeClr val="tx1"/>
              </a:solidFill>
              <a:latin typeface="Meiryo"/>
            </a:rPr>
            <a:t> </a:t>
          </a:r>
          <a:r>
            <a:rPr lang="en-US" sz="1100" b="0" i="0" spc="100" baseline="0" dirty="0" err="1">
              <a:solidFill>
                <a:schemeClr val="tx1"/>
              </a:solidFill>
              <a:latin typeface="Meiryo"/>
            </a:rPr>
            <a:t>dokumentáció</a:t>
          </a:r>
          <a:r>
            <a:rPr lang="en-US" sz="1100" b="0" i="0" spc="100" baseline="0" dirty="0">
              <a:solidFill>
                <a:schemeClr val="tx1"/>
              </a:solidFill>
              <a:latin typeface="Meiryo"/>
            </a:rPr>
            <a:t>, </a:t>
          </a:r>
          <a:r>
            <a:rPr lang="en-US" sz="1100" b="0" i="0" spc="100" baseline="0" dirty="0" err="1">
              <a:solidFill>
                <a:schemeClr val="tx1"/>
              </a:solidFill>
              <a:latin typeface="Meiryo"/>
            </a:rPr>
            <a:t>egyéni</a:t>
          </a:r>
          <a:r>
            <a:rPr lang="en-US" sz="1100" b="0" i="0" spc="100" baseline="0" dirty="0">
              <a:solidFill>
                <a:schemeClr val="tx1"/>
              </a:solidFill>
              <a:latin typeface="Meiryo"/>
            </a:rPr>
            <a:t> </a:t>
          </a:r>
          <a:r>
            <a:rPr lang="en-US" sz="1100" b="0" i="0" spc="100" baseline="0" dirty="0" err="1">
              <a:solidFill>
                <a:schemeClr val="tx1"/>
              </a:solidFill>
              <a:latin typeface="Meiryo"/>
            </a:rPr>
            <a:t>jelentés</a:t>
          </a:r>
          <a:endParaRPr lang="en-US" sz="1100" spc="100" baseline="0" dirty="0" err="1">
            <a:solidFill>
              <a:schemeClr val="tx1"/>
            </a:solidFill>
          </a:endParaRPr>
        </a:p>
      </dgm:t>
    </dgm:pt>
    <dgm:pt modelId="{911B340C-3486-4299-920E-5DB640C4EDC9}" type="parTrans" cxnId="{047969A5-710C-4C0E-B61E-734F166269A0}">
      <dgm:prSet/>
      <dgm:spPr/>
      <dgm:t>
        <a:bodyPr/>
        <a:lstStyle/>
        <a:p>
          <a:endParaRPr lang="en-US">
            <a:solidFill>
              <a:schemeClr val="tx1"/>
            </a:solidFill>
          </a:endParaRPr>
        </a:p>
      </dgm:t>
    </dgm:pt>
    <dgm:pt modelId="{33A0507C-F24C-416A-8E94-DB84555D29CB}" type="sibTrans" cxnId="{047969A5-710C-4C0E-B61E-734F166269A0}">
      <dgm:prSet/>
      <dgm:spPr/>
      <dgm:t>
        <a:bodyPr/>
        <a:lstStyle/>
        <a:p>
          <a:endParaRPr lang="en-US">
            <a:solidFill>
              <a:schemeClr val="tx1"/>
            </a:solidFill>
          </a:endParaRPr>
        </a:p>
      </dgm:t>
    </dgm:pt>
    <dgm:pt modelId="{93C358AC-5BA0-4CB6-B22F-1B95FA53D0F3}" type="pres">
      <dgm:prSet presAssocID="{44D67ED0-6EEA-48F6-A9C1-BE754AABC76A}" presName="root" presStyleCnt="0">
        <dgm:presLayoutVars>
          <dgm:chMax/>
          <dgm:chPref/>
          <dgm:dir/>
          <dgm:animLvl val="lvl"/>
        </dgm:presLayoutVars>
      </dgm:prSet>
      <dgm:spPr/>
    </dgm:pt>
    <dgm:pt modelId="{9F83E70B-EE6D-407B-8E1F-FE26817B3B1D}" type="pres">
      <dgm:prSet presAssocID="{44D67ED0-6EEA-48F6-A9C1-BE754AABC76A}" presName="divider" presStyleLbl="asst0" presStyleIdx="0" presStyleCnt="1"/>
      <dgm:spPr>
        <a:solidFill>
          <a:schemeClr val="accent3"/>
        </a:solidFill>
        <a:ln>
          <a:noFill/>
        </a:ln>
      </dgm:spPr>
    </dgm:pt>
    <dgm:pt modelId="{EE6F6E1A-AC88-44BD-8034-0C2734A7943C}" type="pres">
      <dgm:prSet presAssocID="{44D67ED0-6EEA-48F6-A9C1-BE754AABC76A}" presName="nodes" presStyleCnt="0">
        <dgm:presLayoutVars>
          <dgm:chMax/>
          <dgm:chPref/>
          <dgm:animLvl val="lvl"/>
        </dgm:presLayoutVars>
      </dgm:prSet>
      <dgm:spPr/>
    </dgm:pt>
    <dgm:pt modelId="{27CC3FEA-4989-4FE6-A03A-48D0F90DB146}" type="pres">
      <dgm:prSet presAssocID="{AE62509E-8FD5-4BC0-8484-49407DA07B2D}" presName="composite" presStyleCnt="0"/>
      <dgm:spPr/>
    </dgm:pt>
    <dgm:pt modelId="{B3AC6DBE-85B6-4AF3-BADF-7E1E82B735CC}" type="pres">
      <dgm:prSet presAssocID="{AE62509E-8FD5-4BC0-8484-49407DA07B2D}" presName="ConnectorPoint" presStyleLbl="fgAcc1" presStyleIdx="0" presStyleCnt="4"/>
      <dgm:spPr>
        <a:ln>
          <a:noFill/>
        </a:ln>
      </dgm:spPr>
    </dgm:pt>
    <dgm:pt modelId="{EAA550E8-D286-40B4-9B20-40DE0FCA02CE}" type="pres">
      <dgm:prSet presAssocID="{AE62509E-8FD5-4BC0-8484-49407DA07B2D}" presName="ConnectLine" presStyleLbl="alignNode1" presStyleIdx="0"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13B6FF8E-261C-4941-9C10-4D13C6F1D5E7}" type="pres">
      <dgm:prSet presAssocID="{AE62509E-8FD5-4BC0-8484-49407DA07B2D}" presName="FlexibleEmptyPlaceHolder" presStyleCnt="0"/>
      <dgm:spPr/>
    </dgm:pt>
    <dgm:pt modelId="{408DCC00-CC60-4F76-9C61-F00E7DBFC778}" type="pres">
      <dgm:prSet presAssocID="{AE62509E-8FD5-4BC0-8484-49407DA07B2D}" presName="L2TextContainer" presStyleLbl="bgAcc1" presStyleIdx="0" presStyleCnt="4" custScaleX="98025" custLinFactNeighborX="-7160">
        <dgm:presLayoutVars>
          <dgm:chMax val="0"/>
          <dgm:chPref val="0"/>
          <dgm:bulletEnabled val="1"/>
        </dgm:presLayoutVars>
      </dgm:prSet>
      <dgm:spPr/>
    </dgm:pt>
    <dgm:pt modelId="{5C96A5F5-16B2-4AEA-9591-B66C220F4A65}" type="pres">
      <dgm:prSet presAssocID="{AE62509E-8FD5-4BC0-8484-49407DA07B2D}" presName="L1TextContainer" presStyleLbl="revTx" presStyleIdx="0" presStyleCnt="4" custLinFactNeighborX="-8075">
        <dgm:presLayoutVars>
          <dgm:chMax val="1"/>
          <dgm:chPref val="1"/>
          <dgm:bulletEnabled val="1"/>
        </dgm:presLayoutVars>
      </dgm:prSet>
      <dgm:spPr/>
    </dgm:pt>
    <dgm:pt modelId="{22931EBF-FF0E-4476-B965-7C4CFFC57D5D}" type="pres">
      <dgm:prSet presAssocID="{AE62509E-8FD5-4BC0-8484-49407DA07B2D}" presName="EmptyPlaceHolder" presStyleCnt="0"/>
      <dgm:spPr/>
    </dgm:pt>
    <dgm:pt modelId="{E3B24336-549D-49F0-9359-D66050EB5874}" type="pres">
      <dgm:prSet presAssocID="{5C2CB4AF-F88D-4FBE-A40E-0CC048A23B9E}" presName="spaceBetweenRectangles" presStyleCnt="0"/>
      <dgm:spPr/>
    </dgm:pt>
    <dgm:pt modelId="{8BD40F87-7EF8-4BE4-972F-FA3FE5A18736}" type="pres">
      <dgm:prSet presAssocID="{20928AAA-F457-4A09-8AAC-A82210983FBE}" presName="composite" presStyleCnt="0"/>
      <dgm:spPr/>
    </dgm:pt>
    <dgm:pt modelId="{F34C40A7-6131-4EF1-9887-E7EEA86D1562}" type="pres">
      <dgm:prSet presAssocID="{20928AAA-F457-4A09-8AAC-A82210983FBE}" presName="ConnectorPoint" presStyleLbl="fgAcc1" presStyleIdx="1" presStyleCnt="4"/>
      <dgm:spPr>
        <a:ln>
          <a:noFill/>
        </a:ln>
      </dgm:spPr>
    </dgm:pt>
    <dgm:pt modelId="{14186A17-7B9F-4674-AD57-FF0C87A3CB32}" type="pres">
      <dgm:prSet presAssocID="{20928AAA-F457-4A09-8AAC-A82210983FBE}" presName="ConnectLine" presStyleLbl="alignNode1" presStyleIdx="1"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975F3CEC-6BAC-4EFC-B44F-278583CEC78C}" type="pres">
      <dgm:prSet presAssocID="{20928AAA-F457-4A09-8AAC-A82210983FBE}" presName="FlexibleEmptyPlaceHolder" presStyleCnt="0"/>
      <dgm:spPr/>
    </dgm:pt>
    <dgm:pt modelId="{3A73CBFE-397D-467A-A65B-E19FAB2953BB}" type="pres">
      <dgm:prSet presAssocID="{20928AAA-F457-4A09-8AAC-A82210983FBE}" presName="L2TextContainer" presStyleLbl="bgAcc1" presStyleIdx="1" presStyleCnt="4" custScaleX="96885" custLinFactNeighborX="-13302">
        <dgm:presLayoutVars>
          <dgm:chMax val="0"/>
          <dgm:chPref val="0"/>
          <dgm:bulletEnabled val="1"/>
        </dgm:presLayoutVars>
      </dgm:prSet>
      <dgm:spPr/>
    </dgm:pt>
    <dgm:pt modelId="{730471FC-8FAF-49B2-8F42-63D391F759BE}" type="pres">
      <dgm:prSet presAssocID="{20928AAA-F457-4A09-8AAC-A82210983FBE}" presName="L1TextContainer" presStyleLbl="revTx" presStyleIdx="1" presStyleCnt="4" custLinFactNeighborX="-14631">
        <dgm:presLayoutVars>
          <dgm:chMax val="1"/>
          <dgm:chPref val="1"/>
          <dgm:bulletEnabled val="1"/>
        </dgm:presLayoutVars>
      </dgm:prSet>
      <dgm:spPr/>
    </dgm:pt>
    <dgm:pt modelId="{E5B7BEAE-1C65-4A3E-9D69-CA6F92F97FF3}" type="pres">
      <dgm:prSet presAssocID="{20928AAA-F457-4A09-8AAC-A82210983FBE}" presName="EmptyPlaceHolder" presStyleCnt="0"/>
      <dgm:spPr/>
    </dgm:pt>
    <dgm:pt modelId="{1BC83304-6330-4FF6-994A-D02AC933FCB6}" type="pres">
      <dgm:prSet presAssocID="{EB5D5454-A5E9-4E37-B514-DFC5324A66C0}" presName="spaceBetweenRectangles" presStyleCnt="0"/>
      <dgm:spPr/>
    </dgm:pt>
    <dgm:pt modelId="{8D6C0F72-35C7-4FDF-BDAC-4FF565A33A17}" type="pres">
      <dgm:prSet presAssocID="{03738E35-4243-4E7D-A93F-C07DA3901E78}" presName="composite" presStyleCnt="0"/>
      <dgm:spPr/>
    </dgm:pt>
    <dgm:pt modelId="{79B0CEDC-0005-4ACE-AB25-DB9533DC85C2}" type="pres">
      <dgm:prSet presAssocID="{03738E35-4243-4E7D-A93F-C07DA3901E78}" presName="ConnectorPoint" presStyleLbl="fgAcc1" presStyleIdx="2" presStyleCnt="4"/>
      <dgm:spPr>
        <a:ln>
          <a:noFill/>
        </a:ln>
      </dgm:spPr>
    </dgm:pt>
    <dgm:pt modelId="{F1C3FD7B-71E0-4012-B7CE-2C80433ED975}" type="pres">
      <dgm:prSet presAssocID="{03738E35-4243-4E7D-A93F-C07DA3901E78}" presName="ConnectLine" presStyleLbl="alignNode1" presStyleIdx="2"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8D7DE9DA-72BE-42E6-8909-E3D0EB4CA475}" type="pres">
      <dgm:prSet presAssocID="{03738E35-4243-4E7D-A93F-C07DA3901E78}" presName="FlexibleEmptyPlaceHolder" presStyleCnt="0"/>
      <dgm:spPr/>
    </dgm:pt>
    <dgm:pt modelId="{2467EBEC-ACAC-4EF4-B856-39067B4D928B}" type="pres">
      <dgm:prSet presAssocID="{03738E35-4243-4E7D-A93F-C07DA3901E78}" presName="L2TextContainer" presStyleLbl="bgAcc1" presStyleIdx="2" presStyleCnt="4" custScaleX="103785" custLinFactNeighborX="-1001">
        <dgm:presLayoutVars>
          <dgm:chMax val="0"/>
          <dgm:chPref val="0"/>
          <dgm:bulletEnabled val="1"/>
        </dgm:presLayoutVars>
      </dgm:prSet>
      <dgm:spPr/>
    </dgm:pt>
    <dgm:pt modelId="{7605329C-2B32-4CD7-9B69-1B3DAB88562E}" type="pres">
      <dgm:prSet presAssocID="{03738E35-4243-4E7D-A93F-C07DA3901E78}" presName="L1TextContainer" presStyleLbl="revTx" presStyleIdx="2" presStyleCnt="4" custLinFactNeighborX="-11968">
        <dgm:presLayoutVars>
          <dgm:chMax val="1"/>
          <dgm:chPref val="1"/>
          <dgm:bulletEnabled val="1"/>
        </dgm:presLayoutVars>
      </dgm:prSet>
      <dgm:spPr/>
    </dgm:pt>
    <dgm:pt modelId="{E4D18DE3-4D68-4CCA-A662-044FD68AA3B7}" type="pres">
      <dgm:prSet presAssocID="{03738E35-4243-4E7D-A93F-C07DA3901E78}" presName="EmptyPlaceHolder" presStyleCnt="0"/>
      <dgm:spPr/>
    </dgm:pt>
    <dgm:pt modelId="{77D7097C-1EDE-4274-97C6-BE5F0924C39C}" type="pres">
      <dgm:prSet presAssocID="{6BF5896A-A334-45B0-B451-09159F55B184}" presName="spaceBetweenRectangles" presStyleCnt="0"/>
      <dgm:spPr/>
    </dgm:pt>
    <dgm:pt modelId="{DA0D1A8F-1D92-476F-972C-E82839B78B96}" type="pres">
      <dgm:prSet presAssocID="{962BFD33-E216-4331-BBD8-38EEDAB2E2C0}" presName="composite" presStyleCnt="0"/>
      <dgm:spPr/>
    </dgm:pt>
    <dgm:pt modelId="{A72D3A03-5E34-4B13-9747-5EFFE003B8C1}" type="pres">
      <dgm:prSet presAssocID="{962BFD33-E216-4331-BBD8-38EEDAB2E2C0}" presName="ConnectorPoint" presStyleLbl="fgAcc1" presStyleIdx="3" presStyleCnt="4"/>
      <dgm:spPr>
        <a:ln>
          <a:noFill/>
        </a:ln>
      </dgm:spPr>
    </dgm:pt>
    <dgm:pt modelId="{EB9D58D6-E34B-4990-86E2-B1CAE3536A29}" type="pres">
      <dgm:prSet presAssocID="{962BFD33-E216-4331-BBD8-38EEDAB2E2C0}" presName="ConnectLine" presStyleLbl="alignNode1" presStyleIdx="3"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gm:spPr>
    </dgm:pt>
    <dgm:pt modelId="{B9FF588F-5F27-4094-9B6D-747FD10A48B7}" type="pres">
      <dgm:prSet presAssocID="{962BFD33-E216-4331-BBD8-38EEDAB2E2C0}" presName="FlexibleEmptyPlaceHolder" presStyleCnt="0"/>
      <dgm:spPr/>
    </dgm:pt>
    <dgm:pt modelId="{160E0A3B-47C8-4C2F-8C45-EC9C3DFA1FFB}" type="pres">
      <dgm:prSet presAssocID="{962BFD33-E216-4331-BBD8-38EEDAB2E2C0}" presName="L2TextContainer" presStyleLbl="bgAcc1" presStyleIdx="3" presStyleCnt="4" custScaleX="101911" custLinFactNeighborX="4296">
        <dgm:presLayoutVars>
          <dgm:chMax val="0"/>
          <dgm:chPref val="0"/>
          <dgm:bulletEnabled val="1"/>
        </dgm:presLayoutVars>
      </dgm:prSet>
      <dgm:spPr/>
    </dgm:pt>
    <dgm:pt modelId="{5646D4EB-C7F1-4D0E-8051-C7D6C1D31ADE}" type="pres">
      <dgm:prSet presAssocID="{962BFD33-E216-4331-BBD8-38EEDAB2E2C0}" presName="L1TextContainer" presStyleLbl="revTx" presStyleIdx="3" presStyleCnt="4" custLinFactNeighborX="4657">
        <dgm:presLayoutVars>
          <dgm:chMax val="1"/>
          <dgm:chPref val="1"/>
          <dgm:bulletEnabled val="1"/>
        </dgm:presLayoutVars>
      </dgm:prSet>
      <dgm:spPr/>
    </dgm:pt>
    <dgm:pt modelId="{937215CC-5D52-40FA-BAD6-30FFF9CDB26A}" type="pres">
      <dgm:prSet presAssocID="{962BFD33-E216-4331-BBD8-38EEDAB2E2C0}" presName="EmptyPlaceHolder" presStyleCnt="0"/>
      <dgm:spPr/>
    </dgm:pt>
  </dgm:ptLst>
  <dgm:cxnLst>
    <dgm:cxn modelId="{02D96E00-707A-4B2A-98BF-78A6DCD7559E}" type="presOf" srcId="{20928AAA-F457-4A09-8AAC-A82210983FBE}" destId="{730471FC-8FAF-49B2-8F42-63D391F759BE}" srcOrd="0" destOrd="0" presId="urn:microsoft.com/office/officeart/2017/3/layout/HorizontalPathTimeline#2"/>
    <dgm:cxn modelId="{49C95203-5573-4BCF-9AB4-165C1AA8CD24}" type="presOf" srcId="{9C6534A9-4C27-4998-80A5-DF23882CAE25}" destId="{3A73CBFE-397D-467A-A65B-E19FAB2953BB}" srcOrd="0" destOrd="0" presId="urn:microsoft.com/office/officeart/2017/3/layout/HorizontalPathTimeline#2"/>
    <dgm:cxn modelId="{F5729E0A-7D8B-41F2-84C5-EED7AC33A4D0}" type="presOf" srcId="{B296910E-5EDD-40B6-9F5C-49436E692D0A}" destId="{160E0A3B-47C8-4C2F-8C45-EC9C3DFA1FFB}" srcOrd="0" destOrd="0" presId="urn:microsoft.com/office/officeart/2017/3/layout/HorizontalPathTimeline#2"/>
    <dgm:cxn modelId="{1DF5E110-E9F5-4CE7-A3D2-F5D8CFE8D1AD}" type="presOf" srcId="{AE62509E-8FD5-4BC0-8484-49407DA07B2D}" destId="{5C96A5F5-16B2-4AEA-9591-B66C220F4A65}" srcOrd="0" destOrd="0" presId="urn:microsoft.com/office/officeart/2017/3/layout/HorizontalPathTimeline#2"/>
    <dgm:cxn modelId="{ABC35420-2881-483F-B687-1FB2F346360F}" type="presOf" srcId="{44D67ED0-6EEA-48F6-A9C1-BE754AABC76A}" destId="{93C358AC-5BA0-4CB6-B22F-1B95FA53D0F3}" srcOrd="0" destOrd="0" presId="urn:microsoft.com/office/officeart/2017/3/layout/HorizontalPathTimeline#2"/>
    <dgm:cxn modelId="{DE9A5727-8B21-48A5-8D80-2FC0CB4F2B64}" type="presOf" srcId="{34C8CD19-04E2-4488-965F-DC841C470D45}" destId="{2467EBEC-ACAC-4EF4-B856-39067B4D928B}" srcOrd="0" destOrd="0" presId="urn:microsoft.com/office/officeart/2017/3/layout/HorizontalPathTimeline#2"/>
    <dgm:cxn modelId="{D77C3B5C-C13D-41B7-AA50-BE60CD5D3FAD}" srcId="{44D67ED0-6EEA-48F6-A9C1-BE754AABC76A}" destId="{962BFD33-E216-4331-BBD8-38EEDAB2E2C0}" srcOrd="3" destOrd="0" parTransId="{AB5F98BE-C987-462F-85E3-90E8BE69A319}" sibTransId="{FF557E39-8331-4155-901F-701688C4CCAD}"/>
    <dgm:cxn modelId="{82290D4D-2346-4E6C-B254-B9EAA4D01A23}" srcId="{20928AAA-F457-4A09-8AAC-A82210983FBE}" destId="{9C6534A9-4C27-4998-80A5-DF23882CAE25}" srcOrd="0" destOrd="0" parTransId="{0AA7231B-9394-4732-A7BE-3EB3CF2F8D70}" sibTransId="{83B69D46-737C-4589-B359-6BD9DD58BC91}"/>
    <dgm:cxn modelId="{07030C4E-4D62-4240-B10F-E41B801C763E}" srcId="{03738E35-4243-4E7D-A93F-C07DA3901E78}" destId="{34C8CD19-04E2-4488-965F-DC841C470D45}" srcOrd="0" destOrd="0" parTransId="{CD5F7DE2-2AD1-4CE8-AAC7-AD9C8E180CEA}" sibTransId="{7CE5955C-EC28-4D1B-9459-0C5458B1797D}"/>
    <dgm:cxn modelId="{BA476174-221B-4A3D-B4E2-5FCC084B59D3}" srcId="{44D67ED0-6EEA-48F6-A9C1-BE754AABC76A}" destId="{20928AAA-F457-4A09-8AAC-A82210983FBE}" srcOrd="1" destOrd="0" parTransId="{915085CE-2C78-4B64-8FF4-E48DB7BD55D2}" sibTransId="{EB5D5454-A5E9-4E37-B514-DFC5324A66C0}"/>
    <dgm:cxn modelId="{0D49E980-DE7B-46C8-A240-0AF3E38E1055}" srcId="{AE62509E-8FD5-4BC0-8484-49407DA07B2D}" destId="{54A260F9-80FA-4E2A-BE87-2C0670B83857}" srcOrd="0" destOrd="0" parTransId="{3E4E3177-8F1B-40ED-B20A-6A6F0041E180}" sibTransId="{BA9E60E0-CF2E-4096-A9F4-556713DB9AE4}"/>
    <dgm:cxn modelId="{0BC0E2A4-F4FE-41A8-86BA-5A7EF6A4253C}" type="presOf" srcId="{54A260F9-80FA-4E2A-BE87-2C0670B83857}" destId="{408DCC00-CC60-4F76-9C61-F00E7DBFC778}" srcOrd="0" destOrd="0" presId="urn:microsoft.com/office/officeart/2017/3/layout/HorizontalPathTimeline#2"/>
    <dgm:cxn modelId="{047969A5-710C-4C0E-B61E-734F166269A0}" srcId="{962BFD33-E216-4331-BBD8-38EEDAB2E2C0}" destId="{B296910E-5EDD-40B6-9F5C-49436E692D0A}" srcOrd="0" destOrd="0" parTransId="{911B340C-3486-4299-920E-5DB640C4EDC9}" sibTransId="{33A0507C-F24C-416A-8E94-DB84555D29CB}"/>
    <dgm:cxn modelId="{89309CAB-A7D9-43FA-90B8-63C60AD666AF}" type="presOf" srcId="{962BFD33-E216-4331-BBD8-38EEDAB2E2C0}" destId="{5646D4EB-C7F1-4D0E-8051-C7D6C1D31ADE}" srcOrd="0" destOrd="0" presId="urn:microsoft.com/office/officeart/2017/3/layout/HorizontalPathTimeline#2"/>
    <dgm:cxn modelId="{E41AD5BE-76F3-4A9E-8059-7FC968661703}" srcId="{44D67ED0-6EEA-48F6-A9C1-BE754AABC76A}" destId="{03738E35-4243-4E7D-A93F-C07DA3901E78}" srcOrd="2" destOrd="0" parTransId="{DABBAF6C-D1C9-42E1-B928-5ACDE3D21AB0}" sibTransId="{6BF5896A-A334-45B0-B451-09159F55B184}"/>
    <dgm:cxn modelId="{EB2FA0E1-5B3B-4544-8ABF-974286658C38}" type="presOf" srcId="{03738E35-4243-4E7D-A93F-C07DA3901E78}" destId="{7605329C-2B32-4CD7-9B69-1B3DAB88562E}" srcOrd="0" destOrd="0" presId="urn:microsoft.com/office/officeart/2017/3/layout/HorizontalPathTimeline#2"/>
    <dgm:cxn modelId="{B681E0E7-0B3A-4DB8-BF19-F9AE0E1C787B}" srcId="{44D67ED0-6EEA-48F6-A9C1-BE754AABC76A}" destId="{AE62509E-8FD5-4BC0-8484-49407DA07B2D}" srcOrd="0" destOrd="0" parTransId="{8F2C679D-77AF-46F9-9ACE-1E1D440B1883}" sibTransId="{5C2CB4AF-F88D-4FBE-A40E-0CC048A23B9E}"/>
    <dgm:cxn modelId="{062303C8-A3B2-4428-8917-E565AAFF8E1B}" type="presParOf" srcId="{93C358AC-5BA0-4CB6-B22F-1B95FA53D0F3}" destId="{9F83E70B-EE6D-407B-8E1F-FE26817B3B1D}" srcOrd="0" destOrd="0" presId="urn:microsoft.com/office/officeart/2017/3/layout/HorizontalPathTimeline#2"/>
    <dgm:cxn modelId="{61791DDF-A591-44B0-BC65-16F08347485F}" type="presParOf" srcId="{93C358AC-5BA0-4CB6-B22F-1B95FA53D0F3}" destId="{EE6F6E1A-AC88-44BD-8034-0C2734A7943C}" srcOrd="1" destOrd="0" presId="urn:microsoft.com/office/officeart/2017/3/layout/HorizontalPathTimeline#2"/>
    <dgm:cxn modelId="{7469186A-2DAB-4DFF-B1BB-454E08FAC2B2}" type="presParOf" srcId="{EE6F6E1A-AC88-44BD-8034-0C2734A7943C}" destId="{27CC3FEA-4989-4FE6-A03A-48D0F90DB146}" srcOrd="0" destOrd="0" presId="urn:microsoft.com/office/officeart/2017/3/layout/HorizontalPathTimeline#2"/>
    <dgm:cxn modelId="{41C147BC-C6C3-4F2F-B9BD-81CF0B57496F}" type="presParOf" srcId="{27CC3FEA-4989-4FE6-A03A-48D0F90DB146}" destId="{B3AC6DBE-85B6-4AF3-BADF-7E1E82B735CC}" srcOrd="0" destOrd="0" presId="urn:microsoft.com/office/officeart/2017/3/layout/HorizontalPathTimeline#2"/>
    <dgm:cxn modelId="{D8E3A39B-4949-43D4-A333-F743AF7B8015}" type="presParOf" srcId="{27CC3FEA-4989-4FE6-A03A-48D0F90DB146}" destId="{EAA550E8-D286-40B4-9B20-40DE0FCA02CE}" srcOrd="1" destOrd="0" presId="urn:microsoft.com/office/officeart/2017/3/layout/HorizontalPathTimeline#2"/>
    <dgm:cxn modelId="{B3B5BE46-0CC5-4B5D-9C55-BCF2B1C2A62E}" type="presParOf" srcId="{27CC3FEA-4989-4FE6-A03A-48D0F90DB146}" destId="{13B6FF8E-261C-4941-9C10-4D13C6F1D5E7}" srcOrd="2" destOrd="0" presId="urn:microsoft.com/office/officeart/2017/3/layout/HorizontalPathTimeline#2"/>
    <dgm:cxn modelId="{8791E72F-0ECF-46C5-A699-B46D1DA7A40C}" type="presParOf" srcId="{27CC3FEA-4989-4FE6-A03A-48D0F90DB146}" destId="{408DCC00-CC60-4F76-9C61-F00E7DBFC778}" srcOrd="3" destOrd="0" presId="urn:microsoft.com/office/officeart/2017/3/layout/HorizontalPathTimeline#2"/>
    <dgm:cxn modelId="{FF900EA7-6335-4A1E-BBA0-5952344852CE}" type="presParOf" srcId="{27CC3FEA-4989-4FE6-A03A-48D0F90DB146}" destId="{5C96A5F5-16B2-4AEA-9591-B66C220F4A65}" srcOrd="4" destOrd="0" presId="urn:microsoft.com/office/officeart/2017/3/layout/HorizontalPathTimeline#2"/>
    <dgm:cxn modelId="{236655B9-1B1F-470E-94B5-7E8A8643CD1D}" type="presParOf" srcId="{27CC3FEA-4989-4FE6-A03A-48D0F90DB146}" destId="{22931EBF-FF0E-4476-B965-7C4CFFC57D5D}" srcOrd="5" destOrd="0" presId="urn:microsoft.com/office/officeart/2017/3/layout/HorizontalPathTimeline#2"/>
    <dgm:cxn modelId="{E2ABA196-FFC4-4FC2-96AB-8835EEF3F11E}" type="presParOf" srcId="{EE6F6E1A-AC88-44BD-8034-0C2734A7943C}" destId="{E3B24336-549D-49F0-9359-D66050EB5874}" srcOrd="1" destOrd="0" presId="urn:microsoft.com/office/officeart/2017/3/layout/HorizontalPathTimeline#2"/>
    <dgm:cxn modelId="{92B70F71-CFA3-4A23-B307-A2F69D314582}" type="presParOf" srcId="{EE6F6E1A-AC88-44BD-8034-0C2734A7943C}" destId="{8BD40F87-7EF8-4BE4-972F-FA3FE5A18736}" srcOrd="2" destOrd="0" presId="urn:microsoft.com/office/officeart/2017/3/layout/HorizontalPathTimeline#2"/>
    <dgm:cxn modelId="{47581D46-E5F8-4283-827E-DCB3D1554E23}" type="presParOf" srcId="{8BD40F87-7EF8-4BE4-972F-FA3FE5A18736}" destId="{F34C40A7-6131-4EF1-9887-E7EEA86D1562}" srcOrd="0" destOrd="0" presId="urn:microsoft.com/office/officeart/2017/3/layout/HorizontalPathTimeline#2"/>
    <dgm:cxn modelId="{9E37DF89-8F69-484E-8297-730962CB6C18}" type="presParOf" srcId="{8BD40F87-7EF8-4BE4-972F-FA3FE5A18736}" destId="{14186A17-7B9F-4674-AD57-FF0C87A3CB32}" srcOrd="1" destOrd="0" presId="urn:microsoft.com/office/officeart/2017/3/layout/HorizontalPathTimeline#2"/>
    <dgm:cxn modelId="{D5F13DA6-8E02-4DED-9FCE-2F106B2949A0}" type="presParOf" srcId="{8BD40F87-7EF8-4BE4-972F-FA3FE5A18736}" destId="{975F3CEC-6BAC-4EFC-B44F-278583CEC78C}" srcOrd="2" destOrd="0" presId="urn:microsoft.com/office/officeart/2017/3/layout/HorizontalPathTimeline#2"/>
    <dgm:cxn modelId="{1935808E-6DCA-4AE9-BD45-2EF137EE3542}" type="presParOf" srcId="{8BD40F87-7EF8-4BE4-972F-FA3FE5A18736}" destId="{3A73CBFE-397D-467A-A65B-E19FAB2953BB}" srcOrd="3" destOrd="0" presId="urn:microsoft.com/office/officeart/2017/3/layout/HorizontalPathTimeline#2"/>
    <dgm:cxn modelId="{52CA94E1-8C6D-4E66-853F-686AF2489040}" type="presParOf" srcId="{8BD40F87-7EF8-4BE4-972F-FA3FE5A18736}" destId="{730471FC-8FAF-49B2-8F42-63D391F759BE}" srcOrd="4" destOrd="0" presId="urn:microsoft.com/office/officeart/2017/3/layout/HorizontalPathTimeline#2"/>
    <dgm:cxn modelId="{120700D2-9F84-4E5C-8E4B-22A0346079D4}" type="presParOf" srcId="{8BD40F87-7EF8-4BE4-972F-FA3FE5A18736}" destId="{E5B7BEAE-1C65-4A3E-9D69-CA6F92F97FF3}" srcOrd="5" destOrd="0" presId="urn:microsoft.com/office/officeart/2017/3/layout/HorizontalPathTimeline#2"/>
    <dgm:cxn modelId="{3F9504DA-EA8E-48FC-93FA-E4DEECF36A3F}" type="presParOf" srcId="{EE6F6E1A-AC88-44BD-8034-0C2734A7943C}" destId="{1BC83304-6330-4FF6-994A-D02AC933FCB6}" srcOrd="3" destOrd="0" presId="urn:microsoft.com/office/officeart/2017/3/layout/HorizontalPathTimeline#2"/>
    <dgm:cxn modelId="{380A0983-589E-42BA-917B-7E9914F082F2}" type="presParOf" srcId="{EE6F6E1A-AC88-44BD-8034-0C2734A7943C}" destId="{8D6C0F72-35C7-4FDF-BDAC-4FF565A33A17}" srcOrd="4" destOrd="0" presId="urn:microsoft.com/office/officeart/2017/3/layout/HorizontalPathTimeline#2"/>
    <dgm:cxn modelId="{2DE1BD65-C1A5-496A-91DD-E9DF26E54741}" type="presParOf" srcId="{8D6C0F72-35C7-4FDF-BDAC-4FF565A33A17}" destId="{79B0CEDC-0005-4ACE-AB25-DB9533DC85C2}" srcOrd="0" destOrd="0" presId="urn:microsoft.com/office/officeart/2017/3/layout/HorizontalPathTimeline#2"/>
    <dgm:cxn modelId="{1AD42EEA-C20C-47D5-A037-65CE050F8284}" type="presParOf" srcId="{8D6C0F72-35C7-4FDF-BDAC-4FF565A33A17}" destId="{F1C3FD7B-71E0-4012-B7CE-2C80433ED975}" srcOrd="1" destOrd="0" presId="urn:microsoft.com/office/officeart/2017/3/layout/HorizontalPathTimeline#2"/>
    <dgm:cxn modelId="{3EDF197D-F7F6-4CF0-9096-39DC3E1CE700}" type="presParOf" srcId="{8D6C0F72-35C7-4FDF-BDAC-4FF565A33A17}" destId="{8D7DE9DA-72BE-42E6-8909-E3D0EB4CA475}" srcOrd="2" destOrd="0" presId="urn:microsoft.com/office/officeart/2017/3/layout/HorizontalPathTimeline#2"/>
    <dgm:cxn modelId="{2866843C-8BD2-40ED-8991-DFDCCF5941DD}" type="presParOf" srcId="{8D6C0F72-35C7-4FDF-BDAC-4FF565A33A17}" destId="{2467EBEC-ACAC-4EF4-B856-39067B4D928B}" srcOrd="3" destOrd="0" presId="urn:microsoft.com/office/officeart/2017/3/layout/HorizontalPathTimeline#2"/>
    <dgm:cxn modelId="{38507A34-F4B4-43DD-A0DA-B68D1350B03C}" type="presParOf" srcId="{8D6C0F72-35C7-4FDF-BDAC-4FF565A33A17}" destId="{7605329C-2B32-4CD7-9B69-1B3DAB88562E}" srcOrd="4" destOrd="0" presId="urn:microsoft.com/office/officeart/2017/3/layout/HorizontalPathTimeline#2"/>
    <dgm:cxn modelId="{4C3562BB-75C3-449F-80A0-7BAD25C378F4}" type="presParOf" srcId="{8D6C0F72-35C7-4FDF-BDAC-4FF565A33A17}" destId="{E4D18DE3-4D68-4CCA-A662-044FD68AA3B7}" srcOrd="5" destOrd="0" presId="urn:microsoft.com/office/officeart/2017/3/layout/HorizontalPathTimeline#2"/>
    <dgm:cxn modelId="{4CCEC4C2-FF8C-4F6B-903F-4B713C2F5316}" type="presParOf" srcId="{EE6F6E1A-AC88-44BD-8034-0C2734A7943C}" destId="{77D7097C-1EDE-4274-97C6-BE5F0924C39C}" srcOrd="5" destOrd="0" presId="urn:microsoft.com/office/officeart/2017/3/layout/HorizontalPathTimeline#2"/>
    <dgm:cxn modelId="{DF14FD4C-83B8-41EC-94D6-C1CA9081C177}" type="presParOf" srcId="{EE6F6E1A-AC88-44BD-8034-0C2734A7943C}" destId="{DA0D1A8F-1D92-476F-972C-E82839B78B96}" srcOrd="6" destOrd="0" presId="urn:microsoft.com/office/officeart/2017/3/layout/HorizontalPathTimeline#2"/>
    <dgm:cxn modelId="{8AC8360F-F2A0-46F2-AEB2-A219DEBFAE78}" type="presParOf" srcId="{DA0D1A8F-1D92-476F-972C-E82839B78B96}" destId="{A72D3A03-5E34-4B13-9747-5EFFE003B8C1}" srcOrd="0" destOrd="0" presId="urn:microsoft.com/office/officeart/2017/3/layout/HorizontalPathTimeline#2"/>
    <dgm:cxn modelId="{ADEEC78C-B137-4A63-B98A-DD002FFC86A4}" type="presParOf" srcId="{DA0D1A8F-1D92-476F-972C-E82839B78B96}" destId="{EB9D58D6-E34B-4990-86E2-B1CAE3536A29}" srcOrd="1" destOrd="0" presId="urn:microsoft.com/office/officeart/2017/3/layout/HorizontalPathTimeline#2"/>
    <dgm:cxn modelId="{762CB94D-3273-4645-80A0-C0D072CD4827}" type="presParOf" srcId="{DA0D1A8F-1D92-476F-972C-E82839B78B96}" destId="{B9FF588F-5F27-4094-9B6D-747FD10A48B7}" srcOrd="2" destOrd="0" presId="urn:microsoft.com/office/officeart/2017/3/layout/HorizontalPathTimeline#2"/>
    <dgm:cxn modelId="{343C1B5D-EA50-4E61-B060-27076C89A1AC}" type="presParOf" srcId="{DA0D1A8F-1D92-476F-972C-E82839B78B96}" destId="{160E0A3B-47C8-4C2F-8C45-EC9C3DFA1FFB}" srcOrd="3" destOrd="0" presId="urn:microsoft.com/office/officeart/2017/3/layout/HorizontalPathTimeline#2"/>
    <dgm:cxn modelId="{194B83F2-86A7-4A81-A2B7-74380A891ACD}" type="presParOf" srcId="{DA0D1A8F-1D92-476F-972C-E82839B78B96}" destId="{5646D4EB-C7F1-4D0E-8051-C7D6C1D31ADE}" srcOrd="4" destOrd="0" presId="urn:microsoft.com/office/officeart/2017/3/layout/HorizontalPathTimeline#2"/>
    <dgm:cxn modelId="{F5D3F70C-8B18-4C2F-BE31-B2AE9DBFFB0A}" type="presParOf" srcId="{DA0D1A8F-1D92-476F-972C-E82839B78B96}" destId="{937215CC-5D52-40FA-BAD6-30FFF9CDB26A}" srcOrd="5" destOrd="0" presId="urn:microsoft.com/office/officeart/2017/3/layout/HorizontalPathTimelin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3E70B-EE6D-407B-8E1F-FE26817B3B1D}">
      <dsp:nvSpPr>
        <dsp:cNvPr id="0" name=""/>
        <dsp:cNvSpPr/>
      </dsp:nvSpPr>
      <dsp:spPr>
        <a:xfrm>
          <a:off x="0" y="1988954"/>
          <a:ext cx="10013709" cy="165746"/>
        </a:xfrm>
        <a:prstGeom prst="rect">
          <a:avLst/>
        </a:prstGeom>
        <a:solidFill>
          <a:schemeClr val="accent3"/>
        </a:solid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AA550E8-D286-40B4-9B20-40DE0FCA02CE}">
      <dsp:nvSpPr>
        <dsp:cNvPr id="0" name=""/>
        <dsp:cNvSpPr/>
      </dsp:nvSpPr>
      <dsp:spPr>
        <a:xfrm>
          <a:off x="1751159" y="1284533"/>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08DCC00-CC60-4F76-9C61-F00E7DBFC778}">
      <dsp:nvSpPr>
        <dsp:cNvPr id="0" name=""/>
        <dsp:cNvSpPr/>
      </dsp:nvSpPr>
      <dsp:spPr>
        <a:xfrm>
          <a:off x="23975" y="662984"/>
          <a:ext cx="3454366"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ts val="0"/>
            </a:spcAft>
            <a:buFont typeface="Arial" panose="020B0604020202020204" pitchFamily="34" charset="0"/>
            <a:buNone/>
          </a:pPr>
          <a:r>
            <a:rPr lang="en-US" sz="1100" kern="1200" spc="100" baseline="0" dirty="0">
              <a:solidFill>
                <a:schemeClr val="tx1"/>
              </a:solidFill>
              <a:latin typeface="Meiryo"/>
            </a:rPr>
            <a:t> </a:t>
          </a:r>
          <a:r>
            <a:rPr lang="en-US" sz="1100" kern="1200" spc="100" baseline="0" dirty="0" err="1">
              <a:solidFill>
                <a:schemeClr val="tx1"/>
              </a:solidFill>
              <a:latin typeface="Meiryo"/>
            </a:rPr>
            <a:t>Projektterv</a:t>
          </a:r>
          <a:r>
            <a:rPr lang="en-US" sz="1100" kern="1200" spc="100" baseline="0" dirty="0">
              <a:solidFill>
                <a:schemeClr val="tx1"/>
              </a:solidFill>
              <a:latin typeface="Meiryo"/>
            </a:rPr>
            <a:t>, Gnatt chart, </a:t>
          </a:r>
          <a:r>
            <a:rPr lang="en-US" sz="1100" kern="1200" spc="100" baseline="0" dirty="0" err="1">
              <a:solidFill>
                <a:schemeClr val="tx1"/>
              </a:solidFill>
              <a:latin typeface="Meiryo"/>
            </a:rPr>
            <a:t>Prezentáció</a:t>
          </a:r>
          <a:r>
            <a:rPr lang="en-US" sz="1100" kern="1200" spc="100" baseline="0" dirty="0">
              <a:solidFill>
                <a:schemeClr val="tx1"/>
              </a:solidFill>
              <a:latin typeface="Meiryo"/>
            </a:rPr>
            <a:t>, </a:t>
          </a:r>
          <a:r>
            <a:rPr lang="en-US" sz="1100" kern="1200" spc="100" baseline="0" dirty="0" err="1">
              <a:solidFill>
                <a:schemeClr val="tx1"/>
              </a:solidFill>
              <a:latin typeface="Meiryo"/>
            </a:rPr>
            <a:t>Egyéni</a:t>
          </a:r>
          <a:r>
            <a:rPr lang="en-US" sz="1100" kern="1200" spc="100" baseline="0" dirty="0">
              <a:solidFill>
                <a:schemeClr val="tx1"/>
              </a:solidFill>
              <a:latin typeface="Meiryo"/>
            </a:rPr>
            <a:t> jelentés</a:t>
          </a:r>
          <a:endParaRPr lang="en-US" sz="1100" kern="1200" spc="100" baseline="0" dirty="0">
            <a:solidFill>
              <a:schemeClr val="tx1"/>
            </a:solidFill>
          </a:endParaRPr>
        </a:p>
      </dsp:txBody>
      <dsp:txXfrm>
        <a:off x="23975" y="662984"/>
        <a:ext cx="3454366" cy="621548"/>
      </dsp:txXfrm>
    </dsp:sp>
    <dsp:sp modelId="{5C96A5F5-16B2-4AEA-9591-B66C220F4A65}">
      <dsp:nvSpPr>
        <dsp:cNvPr id="0" name=""/>
        <dsp:cNvSpPr/>
      </dsp:nvSpPr>
      <dsp:spPr>
        <a:xfrm>
          <a:off x="142981" y="2225143"/>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rtl="0">
            <a:lnSpc>
              <a:spcPct val="100000"/>
            </a:lnSpc>
            <a:spcBef>
              <a:spcPct val="0"/>
            </a:spcBef>
            <a:spcAft>
              <a:spcPts val="0"/>
            </a:spcAft>
            <a:buNone/>
          </a:pPr>
          <a:r>
            <a:rPr lang="en-US" sz="1600" kern="1200" spc="100" dirty="0">
              <a:latin typeface="Meiryo"/>
            </a:rPr>
            <a:t>I. </a:t>
          </a:r>
          <a:r>
            <a:rPr lang="en-US" sz="1600" kern="1200" spc="100" dirty="0" err="1">
              <a:latin typeface="Meiryo"/>
            </a:rPr>
            <a:t>Mérföldkő</a:t>
          </a:r>
          <a:r>
            <a:rPr lang="en-US" sz="1600" kern="1200" spc="100" dirty="0">
              <a:latin typeface="Meiryo"/>
            </a:rPr>
            <a:t> - 2023.10.11.</a:t>
          </a:r>
          <a:endParaRPr lang="en-US" sz="1600" kern="1200" spc="100" dirty="0"/>
        </a:p>
      </dsp:txBody>
      <dsp:txXfrm>
        <a:off x="142981" y="2225143"/>
        <a:ext cx="3203604" cy="468233"/>
      </dsp:txXfrm>
    </dsp:sp>
    <dsp:sp modelId="{B3AC6DBE-85B6-4AF3-BADF-7E1E82B735CC}">
      <dsp:nvSpPr>
        <dsp:cNvPr id="0" name=""/>
        <dsp:cNvSpPr/>
      </dsp:nvSpPr>
      <dsp:spPr>
        <a:xfrm>
          <a:off x="1700386" y="2020032"/>
          <a:ext cx="101545"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14186A17-7B9F-4674-AD57-FF0C87A3CB32}">
      <dsp:nvSpPr>
        <dsp:cNvPr id="0" name=""/>
        <dsp:cNvSpPr/>
      </dsp:nvSpPr>
      <dsp:spPr>
        <a:xfrm>
          <a:off x="3536970" y="2071828"/>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3A73CBFE-397D-467A-A65B-E19FAB2953BB}">
      <dsp:nvSpPr>
        <dsp:cNvPr id="0" name=""/>
        <dsp:cNvSpPr/>
      </dsp:nvSpPr>
      <dsp:spPr>
        <a:xfrm>
          <a:off x="1829873" y="2859122"/>
          <a:ext cx="3414193"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ts val="0"/>
            </a:spcAft>
            <a:buFont typeface="Arial" panose="020B0604020202020204" pitchFamily="34" charset="0"/>
            <a:buNone/>
          </a:pPr>
          <a:r>
            <a:rPr lang="en-US" sz="1100" b="0" i="0" kern="1200" spc="100" baseline="0" dirty="0">
              <a:solidFill>
                <a:schemeClr val="tx1"/>
              </a:solidFill>
              <a:latin typeface="Meiryo"/>
            </a:rPr>
            <a:t> UML, </a:t>
          </a:r>
          <a:r>
            <a:rPr lang="en-US" sz="1100" b="0" i="0" kern="1200" spc="100" baseline="0" dirty="0" err="1">
              <a:solidFill>
                <a:schemeClr val="tx1"/>
              </a:solidFill>
              <a:latin typeface="Meiryo"/>
            </a:rPr>
            <a:t>adatbázis</a:t>
          </a:r>
          <a:r>
            <a:rPr lang="en-US" sz="1100" b="0" i="0" kern="1200" spc="100" baseline="0" dirty="0">
              <a:solidFill>
                <a:schemeClr val="tx1"/>
              </a:solidFill>
              <a:latin typeface="Meiryo"/>
            </a:rPr>
            <a:t>-</a:t>
          </a:r>
          <a:r>
            <a:rPr lang="en-US" sz="1100" kern="1200" spc="100" baseline="0" dirty="0">
              <a:solidFill>
                <a:schemeClr val="tx1"/>
              </a:solidFill>
              <a:latin typeface="Meiryo"/>
            </a:rPr>
            <a:t> </a:t>
          </a:r>
          <a:r>
            <a:rPr lang="en-US" sz="1100" kern="1200" spc="100" baseline="0" dirty="0" err="1">
              <a:solidFill>
                <a:schemeClr val="tx1"/>
              </a:solidFill>
              <a:latin typeface="Meiryo"/>
            </a:rPr>
            <a:t>és</a:t>
          </a:r>
          <a:r>
            <a:rPr lang="en-US" sz="1100" kern="1200" spc="100" baseline="0" dirty="0">
              <a:solidFill>
                <a:schemeClr val="tx1"/>
              </a:solidFill>
              <a:latin typeface="Meiryo"/>
            </a:rPr>
            <a:t> UI </a:t>
          </a:r>
          <a:r>
            <a:rPr lang="en-US" sz="1100" kern="1200" spc="100" baseline="0" dirty="0" err="1">
              <a:solidFill>
                <a:schemeClr val="tx1"/>
              </a:solidFill>
              <a:latin typeface="Meiryo"/>
            </a:rPr>
            <a:t>tervek</a:t>
          </a:r>
          <a:r>
            <a:rPr lang="en-US" sz="1100" kern="1200" spc="100" baseline="0" dirty="0">
              <a:solidFill>
                <a:schemeClr val="tx1"/>
              </a:solidFill>
              <a:latin typeface="Meiryo"/>
            </a:rPr>
            <a:t>, </a:t>
          </a:r>
          <a:r>
            <a:rPr lang="en-US" sz="1100" kern="1200" spc="100" baseline="0" dirty="0" err="1">
              <a:solidFill>
                <a:schemeClr val="tx1"/>
              </a:solidFill>
              <a:latin typeface="Meiryo"/>
            </a:rPr>
            <a:t>prezentáció</a:t>
          </a:r>
          <a:r>
            <a:rPr lang="en-US" sz="1100" kern="1200" spc="100" baseline="0" dirty="0">
              <a:solidFill>
                <a:schemeClr val="tx1"/>
              </a:solidFill>
              <a:latin typeface="Meiryo"/>
            </a:rPr>
            <a:t>, </a:t>
          </a:r>
          <a:r>
            <a:rPr lang="en-US" sz="1100" kern="1200" spc="100" baseline="0" dirty="0" err="1">
              <a:solidFill>
                <a:schemeClr val="tx1"/>
              </a:solidFill>
              <a:latin typeface="Meiryo"/>
            </a:rPr>
            <a:t>egyéni</a:t>
          </a:r>
          <a:r>
            <a:rPr lang="en-US" sz="1100" kern="1200" spc="100" baseline="0" dirty="0">
              <a:solidFill>
                <a:schemeClr val="tx1"/>
              </a:solidFill>
              <a:latin typeface="Meiryo"/>
            </a:rPr>
            <a:t> jelentés </a:t>
          </a:r>
          <a:endParaRPr lang="en-US" sz="1100" kern="1200" spc="100" baseline="0" dirty="0">
            <a:solidFill>
              <a:schemeClr val="tx1"/>
            </a:solidFill>
          </a:endParaRPr>
        </a:p>
      </dsp:txBody>
      <dsp:txXfrm>
        <a:off x="1829873" y="2859122"/>
        <a:ext cx="3414193" cy="621548"/>
      </dsp:txXfrm>
    </dsp:sp>
    <dsp:sp modelId="{730471FC-8FAF-49B2-8F42-63D391F759BE}">
      <dsp:nvSpPr>
        <dsp:cNvPr id="0" name=""/>
        <dsp:cNvSpPr/>
      </dsp:nvSpPr>
      <dsp:spPr>
        <a:xfrm>
          <a:off x="1935206" y="1450279"/>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rtl="0">
            <a:lnSpc>
              <a:spcPct val="100000"/>
            </a:lnSpc>
            <a:spcBef>
              <a:spcPct val="0"/>
            </a:spcBef>
            <a:spcAft>
              <a:spcPts val="0"/>
            </a:spcAft>
            <a:buNone/>
          </a:pPr>
          <a:r>
            <a:rPr lang="en-US" sz="1600" kern="1200" spc="100" baseline="0" dirty="0">
              <a:solidFill>
                <a:schemeClr val="tx1"/>
              </a:solidFill>
              <a:latin typeface="Meiryo"/>
            </a:rPr>
            <a:t>II. </a:t>
          </a:r>
          <a:r>
            <a:rPr lang="en-US" sz="1600" kern="1200" spc="100" baseline="0" dirty="0" err="1">
              <a:solidFill>
                <a:schemeClr val="tx1"/>
              </a:solidFill>
              <a:latin typeface="Meiryo"/>
            </a:rPr>
            <a:t>Mérföldkő</a:t>
          </a:r>
          <a:r>
            <a:rPr lang="en-US" sz="1600" kern="1200" spc="100" baseline="0" dirty="0">
              <a:solidFill>
                <a:schemeClr val="tx1"/>
              </a:solidFill>
              <a:latin typeface="Meiryo"/>
            </a:rPr>
            <a:t> - 2023.10.25.</a:t>
          </a:r>
          <a:endParaRPr lang="en-US" sz="1600" kern="1200" spc="100" baseline="0" dirty="0">
            <a:solidFill>
              <a:schemeClr val="tx1"/>
            </a:solidFill>
          </a:endParaRPr>
        </a:p>
      </dsp:txBody>
      <dsp:txXfrm>
        <a:off x="1935206" y="1450279"/>
        <a:ext cx="3203604" cy="468233"/>
      </dsp:txXfrm>
    </dsp:sp>
    <dsp:sp modelId="{F34C40A7-6131-4EF1-9887-E7EEA86D1562}">
      <dsp:nvSpPr>
        <dsp:cNvPr id="0" name=""/>
        <dsp:cNvSpPr/>
      </dsp:nvSpPr>
      <dsp:spPr>
        <a:xfrm>
          <a:off x="3486787" y="2020032"/>
          <a:ext cx="100364"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F1C3FD7B-71E0-4012-B7CE-2C80433ED975}">
      <dsp:nvSpPr>
        <dsp:cNvPr id="0" name=""/>
        <dsp:cNvSpPr/>
      </dsp:nvSpPr>
      <dsp:spPr>
        <a:xfrm>
          <a:off x="5972706" y="1284533"/>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2467EBEC-ACAC-4EF4-B856-39067B4D928B}">
      <dsp:nvSpPr>
        <dsp:cNvPr id="0" name=""/>
        <dsp:cNvSpPr/>
      </dsp:nvSpPr>
      <dsp:spPr>
        <a:xfrm>
          <a:off x="4144032" y="662984"/>
          <a:ext cx="3657347"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ts val="0"/>
            </a:spcAft>
            <a:buFont typeface="Arial" panose="020B0604020202020204" pitchFamily="34" charset="0"/>
            <a:buNone/>
          </a:pPr>
          <a:r>
            <a:rPr lang="en-US" sz="1100" b="0" i="0" kern="1200" spc="150" baseline="0" dirty="0">
              <a:solidFill>
                <a:schemeClr val="tx1"/>
              </a:solidFill>
              <a:latin typeface="Meiryo"/>
            </a:rPr>
            <a:t> </a:t>
          </a:r>
          <a:r>
            <a:rPr lang="en-US" sz="1100" b="0" i="0" kern="1200" spc="150" baseline="0" dirty="0" err="1">
              <a:solidFill>
                <a:schemeClr val="tx1"/>
              </a:solidFill>
              <a:latin typeface="Meiryo"/>
            </a:rPr>
            <a:t>Prototípus</a:t>
          </a:r>
          <a:r>
            <a:rPr lang="en-US" sz="1100" kern="1200" spc="150" baseline="0" dirty="0">
              <a:solidFill>
                <a:schemeClr val="tx1"/>
              </a:solidFill>
              <a:latin typeface="Meiryo"/>
            </a:rPr>
            <a:t> I. </a:t>
          </a:r>
          <a:r>
            <a:rPr lang="en-US" sz="1100" kern="1200" spc="150" baseline="0" dirty="0" err="1">
              <a:solidFill>
                <a:schemeClr val="tx1"/>
              </a:solidFill>
              <a:latin typeface="Meiryo"/>
            </a:rPr>
            <a:t>és</a:t>
          </a:r>
          <a:r>
            <a:rPr lang="en-US" sz="1100" kern="1200" spc="150" baseline="0" dirty="0">
              <a:solidFill>
                <a:schemeClr val="tx1"/>
              </a:solidFill>
              <a:latin typeface="Meiryo"/>
            </a:rPr>
            <a:t> </a:t>
          </a:r>
          <a:r>
            <a:rPr lang="en-US" sz="1100" kern="1200" spc="150" baseline="0" dirty="0" err="1">
              <a:solidFill>
                <a:schemeClr val="tx1"/>
              </a:solidFill>
              <a:latin typeface="Meiryo"/>
            </a:rPr>
            <a:t>tesztelési</a:t>
          </a:r>
          <a:r>
            <a:rPr lang="en-US" sz="1100" kern="1200" spc="150" baseline="0" dirty="0">
              <a:solidFill>
                <a:schemeClr val="tx1"/>
              </a:solidFill>
              <a:latin typeface="Meiryo"/>
            </a:rPr>
            <a:t> dokumentáció, egyéni jelentés</a:t>
          </a:r>
          <a:endParaRPr lang="en-US" sz="1100" kern="1200" spc="150" baseline="0" dirty="0">
            <a:solidFill>
              <a:schemeClr val="tx1"/>
            </a:solidFill>
          </a:endParaRPr>
        </a:p>
      </dsp:txBody>
      <dsp:txXfrm>
        <a:off x="4144032" y="662984"/>
        <a:ext cx="3657347" cy="621548"/>
      </dsp:txXfrm>
    </dsp:sp>
    <dsp:sp modelId="{7605329C-2B32-4CD7-9B69-1B3DAB88562E}">
      <dsp:nvSpPr>
        <dsp:cNvPr id="0" name=""/>
        <dsp:cNvSpPr/>
      </dsp:nvSpPr>
      <dsp:spPr>
        <a:xfrm>
          <a:off x="4022771" y="2225143"/>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rtl="0">
            <a:lnSpc>
              <a:spcPct val="100000"/>
            </a:lnSpc>
            <a:spcBef>
              <a:spcPct val="0"/>
            </a:spcBef>
            <a:spcAft>
              <a:spcPts val="0"/>
            </a:spcAft>
            <a:buNone/>
          </a:pPr>
          <a:r>
            <a:rPr lang="en-US" sz="1600" kern="1200" spc="100" baseline="0" dirty="0">
              <a:solidFill>
                <a:schemeClr val="tx1"/>
              </a:solidFill>
              <a:latin typeface="Meiryo"/>
            </a:rPr>
            <a:t>III. </a:t>
          </a:r>
          <a:r>
            <a:rPr lang="en-US" sz="1600" kern="1200" spc="100" baseline="0" dirty="0" err="1">
              <a:solidFill>
                <a:schemeClr val="tx1"/>
              </a:solidFill>
              <a:latin typeface="Meiryo"/>
            </a:rPr>
            <a:t>Mérföldkő</a:t>
          </a:r>
          <a:r>
            <a:rPr lang="en-US" sz="1600" kern="1200" spc="100" baseline="0" dirty="0">
              <a:solidFill>
                <a:schemeClr val="tx1"/>
              </a:solidFill>
              <a:latin typeface="Meiryo"/>
            </a:rPr>
            <a:t> - 2023.11.15.</a:t>
          </a:r>
          <a:endParaRPr lang="en-US" sz="1600" kern="1200" spc="100" baseline="0" dirty="0">
            <a:solidFill>
              <a:schemeClr val="tx1"/>
            </a:solidFill>
          </a:endParaRPr>
        </a:p>
      </dsp:txBody>
      <dsp:txXfrm>
        <a:off x="4022771" y="2225143"/>
        <a:ext cx="3203604" cy="468233"/>
      </dsp:txXfrm>
    </dsp:sp>
    <dsp:sp modelId="{79B0CEDC-0005-4ACE-AB25-DB9533DC85C2}">
      <dsp:nvSpPr>
        <dsp:cNvPr id="0" name=""/>
        <dsp:cNvSpPr/>
      </dsp:nvSpPr>
      <dsp:spPr>
        <a:xfrm>
          <a:off x="5918949" y="2020032"/>
          <a:ext cx="107512"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EB9D58D6-E34B-4990-86E2-B1CAE3536A29}">
      <dsp:nvSpPr>
        <dsp:cNvPr id="0" name=""/>
        <dsp:cNvSpPr/>
      </dsp:nvSpPr>
      <dsp:spPr>
        <a:xfrm>
          <a:off x="8161623" y="2071828"/>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160E0A3B-47C8-4C2F-8C45-EC9C3DFA1FFB}">
      <dsp:nvSpPr>
        <dsp:cNvPr id="0" name=""/>
        <dsp:cNvSpPr/>
      </dsp:nvSpPr>
      <dsp:spPr>
        <a:xfrm>
          <a:off x="6365969" y="2859122"/>
          <a:ext cx="3591307"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ct val="35000"/>
            </a:spcAft>
            <a:buFont typeface="Arial" panose="020B0604020202020204" pitchFamily="34" charset="0"/>
            <a:buNone/>
          </a:pPr>
          <a:r>
            <a:rPr lang="en-US" sz="1100" b="0" i="0" kern="1200" spc="100" baseline="0" dirty="0">
              <a:solidFill>
                <a:schemeClr val="tx1"/>
              </a:solidFill>
              <a:latin typeface="Meiryo"/>
            </a:rPr>
            <a:t> </a:t>
          </a:r>
          <a:r>
            <a:rPr lang="en-US" sz="1100" b="0" i="0" kern="1200" spc="100" baseline="0" dirty="0" err="1">
              <a:solidFill>
                <a:schemeClr val="tx1"/>
              </a:solidFill>
              <a:latin typeface="Meiryo"/>
            </a:rPr>
            <a:t>Prototípus</a:t>
          </a:r>
          <a:r>
            <a:rPr lang="en-US" sz="1100" b="0" i="0" kern="1200" spc="100" baseline="0" dirty="0">
              <a:solidFill>
                <a:schemeClr val="tx1"/>
              </a:solidFill>
              <a:latin typeface="Meiryo"/>
            </a:rPr>
            <a:t> II </a:t>
          </a:r>
          <a:r>
            <a:rPr lang="en-US" sz="1100" b="0" i="0" kern="1200" spc="100" baseline="0" dirty="0" err="1">
              <a:solidFill>
                <a:schemeClr val="tx1"/>
              </a:solidFill>
              <a:latin typeface="Meiryo"/>
            </a:rPr>
            <a:t>és</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frissített</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tesztelési</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dokumentáció</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egyéni</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jelentés</a:t>
          </a:r>
          <a:endParaRPr lang="en-US" sz="1100" kern="1200" spc="100" baseline="0" dirty="0" err="1">
            <a:solidFill>
              <a:schemeClr val="tx1"/>
            </a:solidFill>
          </a:endParaRPr>
        </a:p>
      </dsp:txBody>
      <dsp:txXfrm>
        <a:off x="6365969" y="2859122"/>
        <a:ext cx="3591307" cy="621548"/>
      </dsp:txXfrm>
    </dsp:sp>
    <dsp:sp modelId="{5646D4EB-C7F1-4D0E-8051-C7D6C1D31ADE}">
      <dsp:nvSpPr>
        <dsp:cNvPr id="0" name=""/>
        <dsp:cNvSpPr/>
      </dsp:nvSpPr>
      <dsp:spPr>
        <a:xfrm>
          <a:off x="6557623" y="1450279"/>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rtl="0">
            <a:lnSpc>
              <a:spcPct val="90000"/>
            </a:lnSpc>
            <a:spcBef>
              <a:spcPct val="0"/>
            </a:spcBef>
            <a:spcAft>
              <a:spcPts val="0"/>
            </a:spcAft>
            <a:buFont typeface="Arial" panose="020B0604020202020204" pitchFamily="34" charset="0"/>
            <a:buNone/>
          </a:pPr>
          <a:r>
            <a:rPr lang="en-US" sz="1600" kern="1200" spc="100" baseline="0" dirty="0">
              <a:solidFill>
                <a:schemeClr val="tx1"/>
              </a:solidFill>
              <a:latin typeface="Meiryo"/>
            </a:rPr>
            <a:t> IV. </a:t>
          </a:r>
          <a:r>
            <a:rPr lang="en-US" sz="1600" kern="1200" spc="100" baseline="0" dirty="0" err="1">
              <a:solidFill>
                <a:schemeClr val="tx1"/>
              </a:solidFill>
              <a:latin typeface="Meiryo"/>
            </a:rPr>
            <a:t>Mérföldkő</a:t>
          </a:r>
          <a:r>
            <a:rPr lang="en-US" sz="1600" kern="1200" spc="100" baseline="0" dirty="0">
              <a:solidFill>
                <a:schemeClr val="tx1"/>
              </a:solidFill>
              <a:latin typeface="Meiryo"/>
            </a:rPr>
            <a:t> - 2023.12.06.</a:t>
          </a:r>
          <a:endParaRPr lang="en-US" sz="1600" kern="1200" spc="100" baseline="0" dirty="0">
            <a:solidFill>
              <a:schemeClr val="tx1"/>
            </a:solidFill>
          </a:endParaRPr>
        </a:p>
      </dsp:txBody>
      <dsp:txXfrm>
        <a:off x="6557623" y="1450279"/>
        <a:ext cx="3203604" cy="468233"/>
      </dsp:txXfrm>
    </dsp:sp>
    <dsp:sp modelId="{A72D3A03-5E34-4B13-9747-5EFFE003B8C1}">
      <dsp:nvSpPr>
        <dsp:cNvPr id="0" name=""/>
        <dsp:cNvSpPr/>
      </dsp:nvSpPr>
      <dsp:spPr>
        <a:xfrm>
          <a:off x="8108837" y="2020032"/>
          <a:ext cx="105571"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2">
  <dgm:title val="Horizontal Path Timeline"/>
  <dgm:desc val="Use to show a list of events in chronological order. The rectangular shape contains the description while the date is shown near the circular dot. It’s the perfect SmartArt for displaying large amount of text with a short date format."/>
  <dgm:catLst>
    <dgm:cat type="timeline" pri="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dir/>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asst0">
      <dgm:alg type="sp"/>
      <dgm:shape xmlns:r="http://schemas.openxmlformats.org/officeDocument/2006/relationships" type="rect" r:blip="">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6"/>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2TextContainer" refType="w" fact="0.88"/>
                <dgm:constr type="h" for="ch" forName="L2TextContainer" refType="h" fact="0.15"/>
                <dgm:constr type="h" for="ch" forName="L2TextContainer" refType="h" op="lte" fact="0.31"/>
                <dgm:constr type="b" for="ch" forName="L2TextContainer" refType="h" fact="0.31"/>
                <dgm:constr type="l" for="ch" forName="L2TextContainer" refType="w" fact="0.06"/>
                <dgm:constr type="w" for="ch" forName="ConnectLine"/>
                <dgm:constr type="l" for="ch" forName="ConnectLine" refType="w" fact="0.5"/>
                <dgm:constr type="h" for="ch" forName="ConnectLine" refType="h" fact="0.19"/>
                <dgm:constr type="t" for="ch" forName="ConnectLine" refType="h" fact="0.31"/>
                <dgm:constr type="w" for="ch" forName="FlexibleEmptyPlaceHolder" refType="w"/>
                <dgm:constr type="h" for="ch" forName="FlexibleEmptyPlaceHolder" refType="h" fact="0.16"/>
                <dgm:constr type="h" for="ch" forName="FlexibleEmptyPlaceHolder" refType="h" op="gte" fact="0.005"/>
                <dgm:constr type="t" for="ch" forName="FlexibleEmptyPlaceHolder" refType="h" fact="0"/>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L1TextContainer" refType="w" fact="0.8"/>
                <dgm:constr type="l" for="ch" forName="L1TextContainer" refType="w" fact="0.1"/>
                <dgm:constr type="t" for="ch" forName="L1TextContainer" refType="h" fact="0.537"/>
                <dgm:constr type="h" for="ch" forName="L1TextContainer" refType="h" fact="0.113"/>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EmptyPlaceHolder" refType="w"/>
                <dgm:constr type="h" for="ch" forName="EmptyPlaceHolder" refType="h" fact="0.35"/>
                <dgm:constr type="t" for="ch" forName="EmptyPlaceHolder" refType="h" fact="0"/>
                <dgm:constr type="w" for="ch" forName="FlexibleEmptyPlaceHolder" refType="w"/>
                <dgm:constr type="h" for="ch" forName="FlexibleEmptyPlaceHolder" refType="h" fact="0.16"/>
                <dgm:constr type="h" for="ch" forName="FlexibleEmptyPlaceHolder" refType="h" op="gte" fact="0.005"/>
                <dgm:constr type="b" for="ch" forName="FlexibleEmptyPlaceHolder" refType="h"/>
                <dgm:constr type="w" for="ch" forName="L1TextContainer" refType="w" fact="0.8"/>
                <dgm:constr type="l" for="ch" forName="L1TextContainer" refType="w" fact="0.1"/>
                <dgm:constr type="t" for="ch" forName="L1TextContainer" refType="h" fact="0.35"/>
                <dgm:constr type="h" for="ch" forName="L1TextContainer" refType="h" fact="0.113"/>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ConnectLine"/>
                <dgm:constr type="l" for="ch" forName="ConnectLine" refType="w" fact="0.5"/>
                <dgm:constr type="h" for="ch" forName="ConnectLine" refType="h" fact="0.19"/>
                <dgm:constr type="t" for="ch" forName="ConnectLine" refType="h" fact="0.5"/>
                <dgm:constr type="w" for="ch" forName="L2TextContainer" refType="w" fact="0.88"/>
                <dgm:constr type="h" for="ch" forName="L2TextContainer" refType="h" fact="0.15"/>
                <dgm:constr type="h" for="ch" forName="L2TextContainer" refType="h" op="lte" fact="0.31"/>
                <dgm:constr type="t" for="ch" forName="L2TextContainer" refType="h" fact="0.69"/>
                <dgm:constr type="l" for="ch" forName="L2TextContainer" refType="w" fact="0.06"/>
              </dgm:constrLst>
            </dgm:else>
          </dgm:choose>
          <dgm:layoutNode name="ConnectorPoint" styleLbl="fgAcc1" moveWith="L2TextContainer">
            <dgm:alg type="sp"/>
            <dgm:shape xmlns:r="http://schemas.openxmlformats.org/officeDocument/2006/relationships" type="ellipse" r:blip="" zOrderOff="10">
              <dgm:adjLst/>
            </dgm:shape>
            <dgm:presOf/>
            <dgm:constrLst/>
          </dgm:layoutNode>
          <dgm:layoutNode name="ConnectLine" styleLbl="alignNode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FlexibleEmptyPlaceHolder">
            <dgm:alg type="sp"/>
            <dgm:shape xmlns:r="http://schemas.openxmlformats.org/officeDocument/2006/relationships" r:blip="">
              <dgm:adjLst/>
            </dgm:shape>
            <dgm:presOf/>
            <dgm:constrLst/>
          </dgm:layoutNode>
          <dgm:layoutNode name="L2TextContainer" styleLbl="bgAcc1">
            <dgm:varLst>
              <dgm:chMax val="0"/>
              <dgm:chPref val="0"/>
              <dgm:bulletEnabled val="1"/>
            </dgm:varLst>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w" fact="0.14"/>
              <dgm:constr type="rMarg" refType="w" fact="0.14"/>
              <dgm:constr type="tMarg" refType="h" fact="0.17"/>
              <dgm:constr type="bMarg" refType="h" fact="0.17"/>
            </dgm:constrLst>
            <dgm:ruleLst>
              <dgm:rule type="h" val="INF" fact="NaN" max="NaN"/>
              <dgm:rule type="primFontSz" val="11" fact="NaN" max="NaN"/>
            </dgm:ruleLst>
          </dgm:layoutNod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RTLAlign" val="ctr"/>
                  <dgm:param type="parTxRTLAlign" val="ctr"/>
                </dgm:alg>
              </dgm:if>
              <dgm:else name="Name89">
                <dgm:alg type="tx">
                  <dgm:param type="txAnchorHorz" val="ctr"/>
                  <dgm:param type="txAnchorVert" val="b"/>
                  <dgm:param type="parTxRTL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10/10/2023</a:t>
            </a:fld>
            <a:endParaRPr lang="en-US"/>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10/10/2023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a:p>
        </p:txBody>
      </p:sp>
    </p:spTree>
    <p:extLst>
      <p:ext uri="{BB962C8B-B14F-4D97-AF65-F5344CB8AC3E}">
        <p14:creationId xmlns:p14="http://schemas.microsoft.com/office/powerpoint/2010/main" val="303174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2</a:t>
            </a:fld>
            <a:endParaRPr lang="en-US"/>
          </a:p>
        </p:txBody>
      </p:sp>
    </p:spTree>
    <p:extLst>
      <p:ext uri="{BB962C8B-B14F-4D97-AF65-F5344CB8AC3E}">
        <p14:creationId xmlns:p14="http://schemas.microsoft.com/office/powerpoint/2010/main" val="17274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3</a:t>
            </a:fld>
            <a:endParaRPr lang="en-US"/>
          </a:p>
        </p:txBody>
      </p:sp>
    </p:spTree>
    <p:extLst>
      <p:ext uri="{BB962C8B-B14F-4D97-AF65-F5344CB8AC3E}">
        <p14:creationId xmlns:p14="http://schemas.microsoft.com/office/powerpoint/2010/main" val="2304065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4</a:t>
            </a:fld>
            <a:endParaRPr lang="en-US"/>
          </a:p>
        </p:txBody>
      </p:sp>
    </p:spTree>
    <p:extLst>
      <p:ext uri="{BB962C8B-B14F-4D97-AF65-F5344CB8AC3E}">
        <p14:creationId xmlns:p14="http://schemas.microsoft.com/office/powerpoint/2010/main" val="4200283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14</a:t>
            </a:fld>
            <a:endParaRPr lang="en-US"/>
          </a:p>
        </p:txBody>
      </p:sp>
    </p:spTree>
    <p:extLst>
      <p:ext uri="{BB962C8B-B14F-4D97-AF65-F5344CB8AC3E}">
        <p14:creationId xmlns:p14="http://schemas.microsoft.com/office/powerpoint/2010/main" val="58069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89697"/>
            <a:ext cx="5142653" cy="2466197"/>
          </a:xfrm>
        </p:spPr>
        <p:txBody>
          <a:bodyPr anchor="b" anchorCtr="0">
            <a:noAutofit/>
          </a:bodyPr>
          <a:lstStyle>
            <a:lvl1pPr>
              <a:lnSpc>
                <a:spcPct val="100000"/>
              </a:lnSpc>
              <a:defRPr sz="4400" cap="all" baseline="0">
                <a:solidFill>
                  <a:schemeClr val="bg1"/>
                </a:solidFill>
              </a:defRPr>
            </a:lvl1pPr>
          </a:lstStyle>
          <a:p>
            <a:r>
              <a:rPr lang="en-US" sz="4400">
                <a:solidFill>
                  <a:schemeClr val="bg1"/>
                </a:solidFill>
              </a:rPr>
              <a:t>CLICK TO ADD TITLE</a:t>
            </a:r>
          </a:p>
        </p:txBody>
      </p:sp>
      <p:sp>
        <p:nvSpPr>
          <p:cNvPr id="55" name="Subtitle 2">
            <a:extLst>
              <a:ext uri="{FF2B5EF4-FFF2-40B4-BE49-F238E27FC236}">
                <a16:creationId xmlns:a16="http://schemas.microsoft.com/office/drawing/2014/main" id="{50BC9D78-FF13-4CEB-8ECB-E64E85C5D0B4}"/>
              </a:ext>
            </a:extLst>
          </p:cNvPr>
          <p:cNvSpPr>
            <a:spLocks noGrp="1"/>
          </p:cNvSpPr>
          <p:nvPr>
            <p:ph type="subTitle" idx="1" hasCustomPrompt="1"/>
          </p:nvPr>
        </p:nvSpPr>
        <p:spPr>
          <a:xfrm>
            <a:off x="1405105" y="3483912"/>
            <a:ext cx="5124177" cy="2484391"/>
          </a:xfrm>
        </p:spPr>
        <p:txBody>
          <a:bodyPr anchor="ctr" anchorCtr="0">
            <a:noAutofit/>
          </a:bodyPr>
          <a:lstStyle>
            <a:lvl1pPr marL="0" indent="0">
              <a:buNone/>
              <a:defRPr sz="2400" b="0"/>
            </a:lvl1pPr>
          </a:lstStyle>
          <a:p>
            <a:r>
              <a:rPr lang="en-US">
                <a:solidFill>
                  <a:schemeClr val="tx1">
                    <a:lumMod val="75000"/>
                    <a:lumOff val="25000"/>
                  </a:schemeClr>
                </a:solidFill>
              </a:rPr>
              <a:t>Click to add subtitle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icture Placeholder 64">
            <a:extLst>
              <a:ext uri="{FF2B5EF4-FFF2-40B4-BE49-F238E27FC236}">
                <a16:creationId xmlns:a16="http://schemas.microsoft.com/office/drawing/2014/main" id="{D60E3C33-714C-4528-93A6-4470C3E89AE4}"/>
              </a:ext>
            </a:extLst>
          </p:cNvPr>
          <p:cNvSpPr>
            <a:spLocks noGrp="1"/>
          </p:cNvSpPr>
          <p:nvPr>
            <p:ph type="pic" sz="quarter" idx="13" hasCustomPrompt="1"/>
          </p:nvPr>
        </p:nvSpPr>
        <p:spPr>
          <a:xfrm>
            <a:off x="6859936" y="-2"/>
            <a:ext cx="5332064" cy="6858002"/>
          </a:xfrm>
          <a:custGeom>
            <a:avLst/>
            <a:gdLst>
              <a:gd name="connsiteX0" fmla="*/ 0 w 5332064"/>
              <a:gd name="connsiteY0" fmla="*/ 0 h 6858002"/>
              <a:gd name="connsiteX1" fmla="*/ 5332064 w 5332064"/>
              <a:gd name="connsiteY1" fmla="*/ 0 h 6858002"/>
              <a:gd name="connsiteX2" fmla="*/ 5332064 w 5332064"/>
              <a:gd name="connsiteY2" fmla="*/ 6858002 h 6858002"/>
              <a:gd name="connsiteX3" fmla="*/ 0 w 5332064"/>
              <a:gd name="connsiteY3" fmla="*/ 6858002 h 6858002"/>
            </a:gdLst>
            <a:ahLst/>
            <a:cxnLst>
              <a:cxn ang="0">
                <a:pos x="connsiteX0" y="connsiteY0"/>
              </a:cxn>
              <a:cxn ang="0">
                <a:pos x="connsiteX1" y="connsiteY1"/>
              </a:cxn>
              <a:cxn ang="0">
                <a:pos x="connsiteX2" y="connsiteY2"/>
              </a:cxn>
              <a:cxn ang="0">
                <a:pos x="connsiteX3" y="connsiteY3"/>
              </a:cxn>
            </a:cxnLst>
            <a:rect l="l" t="t" r="r" b="b"/>
            <a:pathLst>
              <a:path w="5332064" h="6858002">
                <a:moveTo>
                  <a:pt x="0" y="0"/>
                </a:moveTo>
                <a:lnTo>
                  <a:pt x="5332064" y="0"/>
                </a:lnTo>
                <a:lnTo>
                  <a:pt x="5332064" y="6858002"/>
                </a:lnTo>
                <a:lnTo>
                  <a:pt x="0" y="6858002"/>
                </a:lnTo>
                <a:close/>
              </a:path>
            </a:pathLst>
          </a:custGeom>
        </p:spPr>
        <p:txBody>
          <a:bodyPr wrap="square" anchor="t">
            <a:noAutofit/>
          </a:bodyPr>
          <a:lstStyle>
            <a:lvl1pPr marL="0" indent="0" algn="ctr">
              <a:buNone/>
              <a:defRPr/>
            </a:lvl1pPr>
          </a:lstStyle>
          <a:p>
            <a:r>
              <a:rPr lang="en-US"/>
              <a:t>Click to add picture</a:t>
            </a:r>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8252642"/>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9134"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134475"/>
            <a:ext cx="6623040" cy="1288434"/>
          </a:xfrm>
        </p:spPr>
        <p:txBody>
          <a:bodyPr anchor="b" anchorCtr="0">
            <a:noAutofit/>
          </a:bodyPr>
          <a:lstStyle>
            <a:lvl1pPr>
              <a:defRPr sz="3200"/>
            </a:lvl1pPr>
          </a:lstStyle>
          <a:p>
            <a:r>
              <a:rPr lang="en-US"/>
              <a:t>Click to add title</a:t>
            </a:r>
          </a:p>
        </p:txBody>
      </p:sp>
      <p:sp>
        <p:nvSpPr>
          <p:cNvPr id="3" name="Content Placeholder 2">
            <a:extLst>
              <a:ext uri="{FF2B5EF4-FFF2-40B4-BE49-F238E27FC236}">
                <a16:creationId xmlns:a16="http://schemas.microsoft.com/office/drawing/2014/main" id="{C40EA5BF-04A6-2B17-0703-8419C4DB97FF}"/>
              </a:ext>
            </a:extLst>
          </p:cNvPr>
          <p:cNvSpPr>
            <a:spLocks noGrp="1"/>
          </p:cNvSpPr>
          <p:nvPr>
            <p:ph sz="quarter" idx="14"/>
          </p:nvPr>
        </p:nvSpPr>
        <p:spPr>
          <a:xfrm>
            <a:off x="787399" y="2502046"/>
            <a:ext cx="6622819" cy="3039917"/>
          </a:xfrm>
        </p:spPr>
        <p:txBody>
          <a:bodyPr anchor="t"/>
          <a:lstStyle>
            <a:lvl1pPr marL="0" indent="0">
              <a:buNone/>
              <a:defRPr sz="2000"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22">
            <a:extLst>
              <a:ext uri="{FF2B5EF4-FFF2-40B4-BE49-F238E27FC236}">
                <a16:creationId xmlns:a16="http://schemas.microsoft.com/office/drawing/2014/main" id="{E4B41004-DE9E-4B19-B7DE-91782B37C841}"/>
              </a:ext>
            </a:extLst>
          </p:cNvPr>
          <p:cNvSpPr>
            <a:spLocks noGrp="1"/>
          </p:cNvSpPr>
          <p:nvPr>
            <p:ph type="pic" sz="quarter" idx="13" hasCustomPrompt="1"/>
          </p:nvPr>
        </p:nvSpPr>
        <p:spPr>
          <a:xfrm>
            <a:off x="8194348" y="1085431"/>
            <a:ext cx="3997652" cy="5037857"/>
          </a:xfrm>
          <a:custGeom>
            <a:avLst/>
            <a:gdLst>
              <a:gd name="connsiteX0" fmla="*/ 0 w 3997652"/>
              <a:gd name="connsiteY0" fmla="*/ 0 h 5037857"/>
              <a:gd name="connsiteX1" fmla="*/ 3997652 w 3997652"/>
              <a:gd name="connsiteY1" fmla="*/ 0 h 5037857"/>
              <a:gd name="connsiteX2" fmla="*/ 3997652 w 3997652"/>
              <a:gd name="connsiteY2" fmla="*/ 5037857 h 5037857"/>
              <a:gd name="connsiteX3" fmla="*/ 0 w 3997652"/>
              <a:gd name="connsiteY3" fmla="*/ 5037857 h 5037857"/>
            </a:gdLst>
            <a:ahLst/>
            <a:cxnLst>
              <a:cxn ang="0">
                <a:pos x="connsiteX0" y="connsiteY0"/>
              </a:cxn>
              <a:cxn ang="0">
                <a:pos x="connsiteX1" y="connsiteY1"/>
              </a:cxn>
              <a:cxn ang="0">
                <a:pos x="connsiteX2" y="connsiteY2"/>
              </a:cxn>
              <a:cxn ang="0">
                <a:pos x="connsiteX3" y="connsiteY3"/>
              </a:cxn>
            </a:cxnLst>
            <a:rect l="l" t="t" r="r" b="b"/>
            <a:pathLst>
              <a:path w="3997652" h="5037857">
                <a:moveTo>
                  <a:pt x="0" y="0"/>
                </a:moveTo>
                <a:lnTo>
                  <a:pt x="3997652" y="0"/>
                </a:lnTo>
                <a:lnTo>
                  <a:pt x="3997652" y="5037857"/>
                </a:lnTo>
                <a:lnTo>
                  <a:pt x="0" y="5037857"/>
                </a:lnTo>
                <a:close/>
              </a:path>
            </a:pathLst>
          </a:custGeom>
        </p:spPr>
        <p:txBody>
          <a:bodyPr wrap="square" anchor="t">
            <a:noAutofit/>
          </a:bodyPr>
          <a:lstStyle>
            <a:lvl1pPr marL="0" indent="0" algn="ctr">
              <a:buNone/>
              <a:defRPr/>
            </a:lvl1pPr>
          </a:lstStyle>
          <a:p>
            <a:r>
              <a:rPr lang="en-US"/>
              <a:t>Click to add picture</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a:t>Presentation Title</a:t>
            </a: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a:t>9/8/20XX</a:t>
            </a:r>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7348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C341663-7159-49AD-AAF3-4B3C490D812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0F2EB12-394C-40E4-9186-CBD6635B5DA9}"/>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1">
            <a:extLst>
              <a:ext uri="{FF2B5EF4-FFF2-40B4-BE49-F238E27FC236}">
                <a16:creationId xmlns:a16="http://schemas.microsoft.com/office/drawing/2014/main" id="{53F9468C-8821-4670-9C7C-78E7D75861AD}"/>
              </a:ext>
            </a:extLst>
          </p:cNvPr>
          <p:cNvSpPr>
            <a:spLocks noGrp="1"/>
          </p:cNvSpPr>
          <p:nvPr>
            <p:ph type="title" hasCustomPrompt="1"/>
          </p:nvPr>
        </p:nvSpPr>
        <p:spPr>
          <a:xfrm>
            <a:off x="5205915" y="167463"/>
            <a:ext cx="6457717" cy="1580890"/>
          </a:xfrm>
        </p:spPr>
        <p:txBody>
          <a:bodyPr anchor="b" anchorCtr="0">
            <a:noAutofit/>
          </a:bodyPr>
          <a:lstStyle>
            <a:lvl1pPr>
              <a:defRPr sz="3200"/>
            </a:lvl1pPr>
          </a:lstStyle>
          <a:p>
            <a:r>
              <a:rPr lang="en-US"/>
              <a:t>Click to add title</a:t>
            </a:r>
          </a:p>
        </p:txBody>
      </p:sp>
      <p:sp>
        <p:nvSpPr>
          <p:cNvPr id="25" name="Rectangle 24">
            <a:extLst>
              <a:ext uri="{FF2B5EF4-FFF2-40B4-BE49-F238E27FC236}">
                <a16:creationId xmlns:a16="http://schemas.microsoft.com/office/drawing/2014/main" id="{96DEFA91-CCB3-4B9E-9CFC-AA9D92073BB2}"/>
              </a:ext>
              <a:ext uri="{C183D7F6-B498-43B3-948B-1728B52AA6E4}">
                <adec:decorative xmlns:adec="http://schemas.microsoft.com/office/drawing/2017/decorative" val="1"/>
              </a:ext>
            </a:extLst>
          </p:cNvPr>
          <p:cNvSpPr/>
          <p:nvPr userDrawn="1"/>
        </p:nvSpPr>
        <p:spPr>
          <a:xfrm>
            <a:off x="0" y="3396996"/>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83D2425-8E71-4C9D-8737-018CE44525D0}"/>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Picture Placeholder 5">
            <a:extLst>
              <a:ext uri="{FF2B5EF4-FFF2-40B4-BE49-F238E27FC236}">
                <a16:creationId xmlns:a16="http://schemas.microsoft.com/office/drawing/2014/main" id="{79E62157-5D84-47E4-9718-5408E1C7E769}"/>
              </a:ext>
            </a:extLst>
          </p:cNvPr>
          <p:cNvSpPr>
            <a:spLocks noGrp="1"/>
          </p:cNvSpPr>
          <p:nvPr>
            <p:ph type="pic" sz="quarter" idx="13" hasCustomPrompt="1"/>
          </p:nvPr>
        </p:nvSpPr>
        <p:spPr>
          <a:xfrm>
            <a:off x="0" y="0"/>
            <a:ext cx="4613548" cy="3396994"/>
          </a:xfrm>
        </p:spPr>
        <p:txBody>
          <a:bodyPr anchor="t"/>
          <a:lstStyle>
            <a:lvl1pPr marL="0" indent="0" algn="ctr">
              <a:buNone/>
              <a:defRPr/>
            </a:lvl1pPr>
          </a:lstStyle>
          <a:p>
            <a:r>
              <a:rPr lang="en-US"/>
              <a:t>Click to add picture</a:t>
            </a:r>
          </a:p>
        </p:txBody>
      </p:sp>
      <p:sp>
        <p:nvSpPr>
          <p:cNvPr id="35" name="Picture Placeholder 5">
            <a:extLst>
              <a:ext uri="{FF2B5EF4-FFF2-40B4-BE49-F238E27FC236}">
                <a16:creationId xmlns:a16="http://schemas.microsoft.com/office/drawing/2014/main" id="{6198A97B-719D-4F79-A04B-46EE272A1D90}"/>
              </a:ext>
            </a:extLst>
          </p:cNvPr>
          <p:cNvSpPr>
            <a:spLocks noGrp="1"/>
          </p:cNvSpPr>
          <p:nvPr>
            <p:ph type="pic" sz="quarter" idx="14" hasCustomPrompt="1"/>
          </p:nvPr>
        </p:nvSpPr>
        <p:spPr>
          <a:xfrm>
            <a:off x="0" y="3461004"/>
            <a:ext cx="4613547" cy="3396996"/>
          </a:xfrm>
        </p:spPr>
        <p:txBody>
          <a:bodyPr anchor="t"/>
          <a:lstStyle>
            <a:lvl1pPr marL="0" indent="0" algn="ctr">
              <a:buNone/>
              <a:defRPr/>
            </a:lvl1pPr>
          </a:lstStyle>
          <a:p>
            <a:r>
              <a:rPr lang="en-US"/>
              <a:t>Click to add picture</a:t>
            </a:r>
          </a:p>
        </p:txBody>
      </p:sp>
      <p:sp>
        <p:nvSpPr>
          <p:cNvPr id="2" name="Content Placeholder 2">
            <a:extLst>
              <a:ext uri="{FF2B5EF4-FFF2-40B4-BE49-F238E27FC236}">
                <a16:creationId xmlns:a16="http://schemas.microsoft.com/office/drawing/2014/main" id="{DEB24183-BE19-B810-4EF4-D9959CAD150B}"/>
              </a:ext>
            </a:extLst>
          </p:cNvPr>
          <p:cNvSpPr>
            <a:spLocks noGrp="1"/>
          </p:cNvSpPr>
          <p:nvPr>
            <p:ph sz="quarter" idx="15"/>
          </p:nvPr>
        </p:nvSpPr>
        <p:spPr>
          <a:xfrm>
            <a:off x="5205303" y="2353584"/>
            <a:ext cx="6458329" cy="3767496"/>
          </a:xfrm>
        </p:spPr>
        <p:txBody>
          <a:bodyPr anchor="t">
            <a:normAutofit/>
          </a:bodyPr>
          <a:lstStyle>
            <a:lvl1pPr marL="0" indent="0">
              <a:buNone/>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Footer Placeholder 4">
            <a:extLst>
              <a:ext uri="{FF2B5EF4-FFF2-40B4-BE49-F238E27FC236}">
                <a16:creationId xmlns:a16="http://schemas.microsoft.com/office/drawing/2014/main" id="{CA12CF76-B207-465C-A494-3C57818ACCE6}"/>
              </a:ext>
            </a:extLst>
          </p:cNvPr>
          <p:cNvSpPr>
            <a:spLocks noGrp="1"/>
          </p:cNvSpPr>
          <p:nvPr>
            <p:ph type="ftr" sz="quarter" idx="11"/>
          </p:nvPr>
        </p:nvSpPr>
        <p:spPr>
          <a:xfrm>
            <a:off x="261906" y="6309360"/>
            <a:ext cx="4097030" cy="457200"/>
          </a:xfrm>
        </p:spPr>
        <p:txBody>
          <a:bodyPr/>
          <a:lstStyle>
            <a:lvl1pPr>
              <a:defRPr>
                <a:effectLst>
                  <a:outerShdw blurRad="50800" dist="38100" dir="240000" algn="ctr" rotWithShape="0">
                    <a:schemeClr val="tx1">
                      <a:alpha val="43000"/>
                    </a:schemeClr>
                  </a:outerShdw>
                </a:effectLst>
              </a:defRPr>
            </a:lvl1pPr>
          </a:lstStyle>
          <a:p>
            <a:r>
              <a:rPr lang="en-US"/>
              <a:t>Presentation Title</a:t>
            </a:r>
          </a:p>
        </p:txBody>
      </p:sp>
      <p:sp>
        <p:nvSpPr>
          <p:cNvPr id="30" name="Date Placeholder 3">
            <a:extLst>
              <a:ext uri="{FF2B5EF4-FFF2-40B4-BE49-F238E27FC236}">
                <a16:creationId xmlns:a16="http://schemas.microsoft.com/office/drawing/2014/main" id="{9F682261-0FB4-4600-86B5-DDF27881F743}"/>
              </a:ext>
            </a:extLst>
          </p:cNvPr>
          <p:cNvSpPr>
            <a:spLocks noGrp="1"/>
          </p:cNvSpPr>
          <p:nvPr>
            <p:ph type="dt" sz="half" idx="10"/>
          </p:nvPr>
        </p:nvSpPr>
        <p:spPr>
          <a:xfrm>
            <a:off x="5205303" y="6309360"/>
            <a:ext cx="3411973" cy="457200"/>
          </a:xfrm>
        </p:spPr>
        <p:txBody>
          <a:bodyPr/>
          <a:lstStyle>
            <a:lvl1pPr>
              <a:defRPr>
                <a:effectLst/>
              </a:defRPr>
            </a:lvl1pPr>
          </a:lstStyle>
          <a:p>
            <a:r>
              <a:rPr lang="en-US">
                <a:solidFill>
                  <a:schemeClr val="tx2"/>
                </a:solidFill>
              </a:rPr>
              <a:t>9/8/20XX</a:t>
            </a:r>
            <a:endParaRPr lang="en-US"/>
          </a:p>
        </p:txBody>
      </p:sp>
      <p:sp>
        <p:nvSpPr>
          <p:cNvPr id="32" name="Slide Number Placeholder 5">
            <a:extLst>
              <a:ext uri="{FF2B5EF4-FFF2-40B4-BE49-F238E27FC236}">
                <a16:creationId xmlns:a16="http://schemas.microsoft.com/office/drawing/2014/main" id="{632EB37A-06D5-4BC7-BC11-75B1719B0EA4}"/>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234852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7E77A60-3019-43AE-AA38-E130C04CFD8D}"/>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FDBF0FB-88D2-4271-BFAF-D129CF8C2F68}"/>
              </a:ext>
              <a:ext uri="{C183D7F6-B498-43B3-948B-1728B52AA6E4}">
                <adec:decorative xmlns:adec="http://schemas.microsoft.com/office/drawing/2017/decorative" val="1"/>
              </a:ext>
            </a:extLst>
          </p:cNvPr>
          <p:cNvSpPr/>
          <p:nvPr userDrawn="1"/>
        </p:nvSpPr>
        <p:spPr>
          <a:xfrm>
            <a:off x="7547855" y="-4078"/>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62B807B-6DFA-471C-B675-016416207F0E}"/>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555D4C0-9882-489D-AD77-A9F38B3784A6}"/>
              </a:ext>
              <a:ext uri="{C183D7F6-B498-43B3-948B-1728B52AA6E4}">
                <adec:decorative xmlns:adec="http://schemas.microsoft.com/office/drawing/2017/decorative" val="1"/>
              </a:ext>
            </a:extLst>
          </p:cNvPr>
          <p:cNvSpPr/>
          <p:nvPr userDrawn="1"/>
        </p:nvSpPr>
        <p:spPr>
          <a:xfrm>
            <a:off x="7585468" y="1095508"/>
            <a:ext cx="46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63F61843-5C9C-49E0-8A90-64085BC79F79}"/>
              </a:ext>
            </a:extLst>
          </p:cNvPr>
          <p:cNvSpPr>
            <a:spLocks noGrp="1"/>
          </p:cNvSpPr>
          <p:nvPr>
            <p:ph type="ctrTitle" hasCustomPrompt="1"/>
          </p:nvPr>
        </p:nvSpPr>
        <p:spPr>
          <a:xfrm>
            <a:off x="7973503" y="1381328"/>
            <a:ext cx="3754671" cy="2856717"/>
          </a:xfrm>
        </p:spPr>
        <p:txBody>
          <a:bodyPr anchor="b">
            <a:noAutofit/>
          </a:bodyPr>
          <a:lstStyle>
            <a:lvl1pPr>
              <a:lnSpc>
                <a:spcPct val="100000"/>
              </a:lnSpc>
              <a:defRPr sz="3200"/>
            </a:lvl1pPr>
          </a:lstStyle>
          <a:p>
            <a:r>
              <a:rPr lang="en-US" sz="3600" b="1" cap="none">
                <a:solidFill>
                  <a:schemeClr val="tx2"/>
                </a:solidFill>
              </a:rPr>
              <a:t>Click to add title</a:t>
            </a:r>
          </a:p>
        </p:txBody>
      </p:sp>
      <p:sp>
        <p:nvSpPr>
          <p:cNvPr id="30" name="Subtitle 2">
            <a:extLst>
              <a:ext uri="{FF2B5EF4-FFF2-40B4-BE49-F238E27FC236}">
                <a16:creationId xmlns:a16="http://schemas.microsoft.com/office/drawing/2014/main" id="{15C8BDC7-F09C-40A3-B14E-9A49781EE6CE}"/>
              </a:ext>
            </a:extLst>
          </p:cNvPr>
          <p:cNvSpPr>
            <a:spLocks noGrp="1"/>
          </p:cNvSpPr>
          <p:nvPr>
            <p:ph type="subTitle" idx="1" hasCustomPrompt="1"/>
          </p:nvPr>
        </p:nvSpPr>
        <p:spPr>
          <a:xfrm>
            <a:off x="7970452" y="4281088"/>
            <a:ext cx="3757723" cy="1698361"/>
          </a:xfrm>
        </p:spPr>
        <p:txBody>
          <a:bodyPr anchor="ctr" anchorCtr="0">
            <a:noAutofit/>
          </a:bodyPr>
          <a:lstStyle>
            <a:lvl1pPr marL="0" indent="0">
              <a:buNone/>
              <a:defRPr sz="1600" b="0"/>
            </a:lvl1pPr>
          </a:lstStyle>
          <a:p>
            <a:r>
              <a:rPr lang="en-US" sz="2000">
                <a:solidFill>
                  <a:schemeClr val="tx2"/>
                </a:solidFill>
              </a:rPr>
              <a:t>Click to add subtitle</a:t>
            </a:r>
          </a:p>
        </p:txBody>
      </p:sp>
      <p:sp>
        <p:nvSpPr>
          <p:cNvPr id="32" name="Rectangle 31">
            <a:extLst>
              <a:ext uri="{FF2B5EF4-FFF2-40B4-BE49-F238E27FC236}">
                <a16:creationId xmlns:a16="http://schemas.microsoft.com/office/drawing/2014/main" id="{247A5DB4-1ED7-4630-89AF-F1802E44EF89}"/>
              </a:ext>
              <a:ext uri="{C183D7F6-B498-43B3-948B-1728B52AA6E4}">
                <adec:decorative xmlns:adec="http://schemas.microsoft.com/office/drawing/2017/decorative" val="1"/>
              </a:ext>
            </a:extLst>
          </p:cNvPr>
          <p:cNvSpPr/>
          <p:nvPr userDrawn="1"/>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E5D4012-4107-490F-A369-EA7063242A98}"/>
              </a:ext>
              <a:ext uri="{C183D7F6-B498-43B3-948B-1728B52AA6E4}">
                <adec:decorative xmlns:adec="http://schemas.microsoft.com/office/drawing/2017/decorative" val="1"/>
              </a:ext>
            </a:extLst>
          </p:cNvPr>
          <p:cNvSpPr/>
          <p:nvPr userDrawn="1"/>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95C79E2-9EA5-4713-B4AF-0E4572CFFA2F}"/>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74C09E2-06F0-4230-8DAD-A0DBF01F8603}"/>
              </a:ext>
              <a:ext uri="{C183D7F6-B498-43B3-948B-1728B52AA6E4}">
                <adec:decorative xmlns:adec="http://schemas.microsoft.com/office/drawing/2017/decorative" val="1"/>
              </a:ext>
            </a:extLst>
          </p:cNvPr>
          <p:cNvSpPr/>
          <p:nvPr userDrawn="1"/>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icture Placeholder 38">
            <a:extLst>
              <a:ext uri="{FF2B5EF4-FFF2-40B4-BE49-F238E27FC236}">
                <a16:creationId xmlns:a16="http://schemas.microsoft.com/office/drawing/2014/main" id="{AB2070F4-085F-4F8D-A1E8-A58E5F8F0687}"/>
              </a:ext>
            </a:extLst>
          </p:cNvPr>
          <p:cNvSpPr>
            <a:spLocks noGrp="1"/>
          </p:cNvSpPr>
          <p:nvPr>
            <p:ph type="pic" sz="quarter" idx="13" hasCustomPrompt="1"/>
          </p:nvPr>
        </p:nvSpPr>
        <p:spPr>
          <a:xfrm>
            <a:off x="-6097" y="1095509"/>
            <a:ext cx="7534656" cy="5016892"/>
          </a:xfrm>
        </p:spPr>
        <p:txBody>
          <a:bodyPr anchor="t"/>
          <a:lstStyle>
            <a:lvl1pPr marL="0" indent="0" algn="ctr">
              <a:buNone/>
              <a:defRPr/>
            </a:lvl1pPr>
          </a:lstStyle>
          <a:p>
            <a:r>
              <a:rPr lang="en-US"/>
              <a:t>Click to add picture</a:t>
            </a:r>
          </a:p>
        </p:txBody>
      </p:sp>
    </p:spTree>
    <p:extLst>
      <p:ext uri="{BB962C8B-B14F-4D97-AF65-F5344CB8AC3E}">
        <p14:creationId xmlns:p14="http://schemas.microsoft.com/office/powerpoint/2010/main" val="3640490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EBA854-A26D-41C5-9D40-DF6B49ACB13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95BFA7-EB65-4E20-A693-324FEF74D3AE}"/>
              </a:ext>
              <a:ext uri="{C183D7F6-B498-43B3-948B-1728B52AA6E4}">
                <adec:decorative xmlns:adec="http://schemas.microsoft.com/office/drawing/2017/decorative" val="1"/>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A9E9218-0397-4231-81F4-03972AB6A3DD}"/>
              </a:ext>
              <a:ext uri="{C183D7F6-B498-43B3-948B-1728B52AA6E4}">
                <adec:decorative xmlns:adec="http://schemas.microsoft.com/office/drawing/2017/decorative" val="1"/>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81905177-1789-44BB-950A-7018653E6466}"/>
              </a:ext>
            </a:extLst>
          </p:cNvPr>
          <p:cNvSpPr>
            <a:spLocks noGrp="1"/>
          </p:cNvSpPr>
          <p:nvPr>
            <p:ph type="title" hasCustomPrompt="1"/>
          </p:nvPr>
        </p:nvSpPr>
        <p:spPr>
          <a:xfrm>
            <a:off x="1535371" y="962423"/>
            <a:ext cx="10013709" cy="1111991"/>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16" name="Rectangle 15">
            <a:extLst>
              <a:ext uri="{FF2B5EF4-FFF2-40B4-BE49-F238E27FC236}">
                <a16:creationId xmlns:a16="http://schemas.microsoft.com/office/drawing/2014/main" id="{AF2F4B8C-C655-4441-A7FF-616EF634E6E1}"/>
              </a:ext>
              <a:ext uri="{C183D7F6-B498-43B3-948B-1728B52AA6E4}">
                <adec:decorative xmlns:adec="http://schemas.microsoft.com/office/drawing/2017/decorative" val="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89301A4-3CA9-4D0E-944E-1BE5921FA0B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4">
            <a:extLst>
              <a:ext uri="{FF2B5EF4-FFF2-40B4-BE49-F238E27FC236}">
                <a16:creationId xmlns:a16="http://schemas.microsoft.com/office/drawing/2014/main" id="{A9C29C55-D1EC-4DD4-BA5B-11E4AB1578D7}"/>
              </a:ext>
            </a:extLst>
          </p:cNvPr>
          <p:cNvSpPr>
            <a:spLocks noGrp="1"/>
          </p:cNvSpPr>
          <p:nvPr>
            <p:ph type="ftr" sz="quarter" idx="11"/>
          </p:nvPr>
        </p:nvSpPr>
        <p:spPr>
          <a:xfrm>
            <a:off x="1535371" y="6309360"/>
            <a:ext cx="5732061" cy="457200"/>
          </a:xfrm>
        </p:spPr>
        <p:txBody>
          <a:bodyPr/>
          <a:lstStyle/>
          <a:p>
            <a:r>
              <a:rPr lang="en-US"/>
              <a:t>Presentation Title</a:t>
            </a:r>
          </a:p>
        </p:txBody>
      </p:sp>
      <p:sp>
        <p:nvSpPr>
          <p:cNvPr id="20" name="Date Placeholder 3">
            <a:extLst>
              <a:ext uri="{FF2B5EF4-FFF2-40B4-BE49-F238E27FC236}">
                <a16:creationId xmlns:a16="http://schemas.microsoft.com/office/drawing/2014/main" id="{C31C8C6B-3212-41F0-A8A1-4A6A700AFB9D}"/>
              </a:ext>
            </a:extLst>
          </p:cNvPr>
          <p:cNvSpPr>
            <a:spLocks noGrp="1"/>
          </p:cNvSpPr>
          <p:nvPr>
            <p:ph type="dt" sz="half" idx="10"/>
          </p:nvPr>
        </p:nvSpPr>
        <p:spPr>
          <a:xfrm>
            <a:off x="8202168" y="6309360"/>
            <a:ext cx="2148840" cy="457200"/>
          </a:xfrm>
        </p:spPr>
        <p:txBody>
          <a:bodyPr/>
          <a:lstStyle/>
          <a:p>
            <a:r>
              <a:rPr lang="en-US"/>
              <a:t>9/8/20XX</a:t>
            </a:r>
          </a:p>
        </p:txBody>
      </p:sp>
      <p:sp>
        <p:nvSpPr>
          <p:cNvPr id="21" name="Slide Number Placeholder 5">
            <a:extLst>
              <a:ext uri="{FF2B5EF4-FFF2-40B4-BE49-F238E27FC236}">
                <a16:creationId xmlns:a16="http://schemas.microsoft.com/office/drawing/2014/main" id="{67357410-255F-470C-AD92-44B15997A771}"/>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260435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8CD596D-95F4-4C5C-A0E7-86D747FE70BE}"/>
              </a:ext>
              <a:ext uri="{C183D7F6-B498-43B3-948B-1728B52AA6E4}">
                <adec:decorative xmlns:adec="http://schemas.microsoft.com/office/drawing/2017/decorative" val="1"/>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553E9F-DCBF-4BEE-A261-5AA97361A0E0}"/>
              </a:ext>
              <a:ext uri="{C183D7F6-B498-43B3-948B-1728B52AA6E4}">
                <adec:decorative xmlns:adec="http://schemas.microsoft.com/office/drawing/2017/decorative" val="1"/>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962423"/>
            <a:ext cx="10013710" cy="1111991"/>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3" name="Content Placeholder 2">
            <a:extLst>
              <a:ext uri="{FF2B5EF4-FFF2-40B4-BE49-F238E27FC236}">
                <a16:creationId xmlns:a16="http://schemas.microsoft.com/office/drawing/2014/main" id="{15D631A4-1BEC-25AB-3F9D-9530F953CA95}"/>
              </a:ext>
            </a:extLst>
          </p:cNvPr>
          <p:cNvSpPr>
            <a:spLocks noGrp="1"/>
          </p:cNvSpPr>
          <p:nvPr>
            <p:ph sz="quarter" idx="13"/>
          </p:nvPr>
        </p:nvSpPr>
        <p:spPr>
          <a:xfrm>
            <a:off x="1535371" y="2601913"/>
            <a:ext cx="10013692" cy="3359150"/>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7278DD10-67BC-4E87-A788-A45C6093F5F8}"/>
              </a:ext>
              <a:ext uri="{C183D7F6-B498-43B3-948B-1728B52AA6E4}">
                <adec:decorative xmlns:adec="http://schemas.microsoft.com/office/drawing/2017/decorative" val="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6769F5-486B-4B48-A543-2C70359DF66E}"/>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732061" cy="457200"/>
          </a:xfrm>
        </p:spPr>
        <p:txBody>
          <a:bodyPr/>
          <a:lstStyle/>
          <a:p>
            <a:r>
              <a:rPr lang="en-US"/>
              <a:t>Presentation Title</a:t>
            </a:r>
          </a:p>
        </p:txBody>
      </p:sp>
      <p:sp>
        <p:nvSpPr>
          <p:cNvPr id="13" name="Date Placeholder 3">
            <a:extLst>
              <a:ext uri="{FF2B5EF4-FFF2-40B4-BE49-F238E27FC236}">
                <a16:creationId xmlns:a16="http://schemas.microsoft.com/office/drawing/2014/main" id="{49ADD171-0134-4347-A2D8-0B9D7634F1B2}"/>
              </a:ext>
            </a:extLst>
          </p:cNvPr>
          <p:cNvSpPr>
            <a:spLocks noGrp="1"/>
          </p:cNvSpPr>
          <p:nvPr>
            <p:ph type="dt" sz="half" idx="10"/>
          </p:nvPr>
        </p:nvSpPr>
        <p:spPr>
          <a:xfrm>
            <a:off x="8202168" y="6309360"/>
            <a:ext cx="2148840" cy="457200"/>
          </a:xfrm>
        </p:spPr>
        <p:txBody>
          <a:bodyPr/>
          <a:lstStyle/>
          <a:p>
            <a:r>
              <a:rPr lang="en-US"/>
              <a:t>9/8/20XX</a:t>
            </a:r>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68456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8A107B-E23F-4793-95B4-335240DB97AF}"/>
              </a:ext>
              <a:ext uri="{C183D7F6-B498-43B3-948B-1728B52AA6E4}">
                <adec:decorative xmlns:adec="http://schemas.microsoft.com/office/drawing/2017/decorative" val="1"/>
              </a:ext>
            </a:extLst>
          </p:cNvPr>
          <p:cNvSpPr/>
          <p:nvPr userDrawn="1"/>
        </p:nvSpPr>
        <p:spPr>
          <a:xfrm>
            <a:off x="4551118"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B7568F3C-8CA8-489A-9870-E2C458355CCA}"/>
              </a:ext>
            </a:extLst>
          </p:cNvPr>
          <p:cNvSpPr>
            <a:spLocks noGrp="1"/>
          </p:cNvSpPr>
          <p:nvPr>
            <p:ph type="pic" sz="quarter" idx="13" hasCustomPrompt="1"/>
          </p:nvPr>
        </p:nvSpPr>
        <p:spPr>
          <a:xfrm>
            <a:off x="0" y="0"/>
            <a:ext cx="12192000" cy="6858000"/>
          </a:xfrm>
          <a:custGeom>
            <a:avLst/>
            <a:gdLst>
              <a:gd name="connsiteX0" fmla="*/ 4615126 w 12192000"/>
              <a:gd name="connsiteY0" fmla="*/ 0 h 6858000"/>
              <a:gd name="connsiteX1" fmla="*/ 12192000 w 12192000"/>
              <a:gd name="connsiteY1" fmla="*/ 0 h 6858000"/>
              <a:gd name="connsiteX2" fmla="*/ 12192000 w 12192000"/>
              <a:gd name="connsiteY2" fmla="*/ 6858000 h 6858000"/>
              <a:gd name="connsiteX3" fmla="*/ 4615126 w 12192000"/>
              <a:gd name="connsiteY3" fmla="*/ 6858000 h 6858000"/>
              <a:gd name="connsiteX4" fmla="*/ 0 w 12192000"/>
              <a:gd name="connsiteY4" fmla="*/ 0 h 6858000"/>
              <a:gd name="connsiteX5" fmla="*/ 4551118 w 12192000"/>
              <a:gd name="connsiteY5" fmla="*/ 0 h 6858000"/>
              <a:gd name="connsiteX6" fmla="*/ 4551118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615126" y="0"/>
                </a:moveTo>
                <a:lnTo>
                  <a:pt x="12192000" y="0"/>
                </a:lnTo>
                <a:lnTo>
                  <a:pt x="12192000" y="6858000"/>
                </a:lnTo>
                <a:lnTo>
                  <a:pt x="4615126" y="6858000"/>
                </a:lnTo>
                <a:close/>
                <a:moveTo>
                  <a:pt x="0" y="0"/>
                </a:moveTo>
                <a:lnTo>
                  <a:pt x="4551118" y="0"/>
                </a:lnTo>
                <a:lnTo>
                  <a:pt x="4551118" y="6858000"/>
                </a:lnTo>
                <a:lnTo>
                  <a:pt x="0" y="6858000"/>
                </a:lnTo>
                <a:close/>
              </a:path>
            </a:pathLst>
          </a:custGeom>
        </p:spPr>
        <p:txBody>
          <a:bodyPr wrap="square" anchor="t">
            <a:noAutofit/>
          </a:bodyP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CE2C14E8-F37D-4BEA-9D62-5E707EDF0D44}"/>
              </a:ext>
            </a:extLst>
          </p:cNvPr>
          <p:cNvSpPr>
            <a:spLocks noGrp="1"/>
          </p:cNvSpPr>
          <p:nvPr>
            <p:ph type="title" hasCustomPrompt="1"/>
          </p:nvPr>
        </p:nvSpPr>
        <p:spPr>
          <a:xfrm>
            <a:off x="-1725" y="1095508"/>
            <a:ext cx="4606535" cy="3936931"/>
          </a:xfrm>
          <a:solidFill>
            <a:schemeClr val="tx2"/>
          </a:solidFill>
        </p:spPr>
        <p:txBody>
          <a:bodyPr rIns="365760" anchor="b">
            <a:noAutofit/>
          </a:bodyPr>
          <a:lstStyle>
            <a:lvl1pPr marL="365760">
              <a:lnSpc>
                <a:spcPct val="100000"/>
              </a:lnSpc>
              <a:spcBef>
                <a:spcPts val="1000"/>
              </a:spcBef>
              <a:defRPr sz="3200">
                <a:solidFill>
                  <a:schemeClr val="bg1"/>
                </a:solidFill>
              </a:defRPr>
            </a:lvl1pPr>
          </a:lstStyle>
          <a:p>
            <a:r>
              <a:rPr lang="en-US"/>
              <a:t>CLICK TO EDIT MASTER TITLE STYLE</a:t>
            </a:r>
          </a:p>
        </p:txBody>
      </p:sp>
      <p:sp>
        <p:nvSpPr>
          <p:cNvPr id="5" name="Text Placeholder 4">
            <a:extLst>
              <a:ext uri="{FF2B5EF4-FFF2-40B4-BE49-F238E27FC236}">
                <a16:creationId xmlns:a16="http://schemas.microsoft.com/office/drawing/2014/main" id="{D1784D33-9C88-49E6-8F90-05148C5496F5}"/>
              </a:ext>
            </a:extLst>
          </p:cNvPr>
          <p:cNvSpPr>
            <a:spLocks noGrp="1"/>
          </p:cNvSpPr>
          <p:nvPr>
            <p:ph type="body" sz="quarter" idx="14"/>
          </p:nvPr>
        </p:nvSpPr>
        <p:spPr>
          <a:xfrm>
            <a:off x="-1726" y="5032439"/>
            <a:ext cx="4606535" cy="1079962"/>
          </a:xfrm>
          <a:solidFill>
            <a:schemeClr val="tx2"/>
          </a:solidFill>
        </p:spPr>
        <p:txBody>
          <a:bodyPr anchor="ctr">
            <a:noAutofit/>
          </a:bodyPr>
          <a:lstStyle>
            <a:lvl1pPr marL="365760" indent="0">
              <a:spcBef>
                <a:spcPts val="1000"/>
              </a:spcBef>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4" name="Footer Placeholder 4">
            <a:extLst>
              <a:ext uri="{FF2B5EF4-FFF2-40B4-BE49-F238E27FC236}">
                <a16:creationId xmlns:a16="http://schemas.microsoft.com/office/drawing/2014/main" id="{5CD820E0-0083-439B-A9DE-C3DEA1DEA851}"/>
              </a:ext>
            </a:extLst>
          </p:cNvPr>
          <p:cNvSpPr>
            <a:spLocks noGrp="1"/>
          </p:cNvSpPr>
          <p:nvPr>
            <p:ph type="ftr" sz="quarter" idx="11"/>
          </p:nvPr>
        </p:nvSpPr>
        <p:spPr>
          <a:xfrm>
            <a:off x="855388" y="6309360"/>
            <a:ext cx="6007691"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a:t>Presentation Title</a:t>
            </a:r>
          </a:p>
        </p:txBody>
      </p:sp>
      <p:sp>
        <p:nvSpPr>
          <p:cNvPr id="26" name="Date Placeholder 3">
            <a:extLst>
              <a:ext uri="{FF2B5EF4-FFF2-40B4-BE49-F238E27FC236}">
                <a16:creationId xmlns:a16="http://schemas.microsoft.com/office/drawing/2014/main" id="{D8A8D931-E01B-43C0-806F-2413BF5938FC}"/>
              </a:ext>
            </a:extLst>
          </p:cNvPr>
          <p:cNvSpPr>
            <a:spLocks noGrp="1"/>
          </p:cNvSpPr>
          <p:nvPr>
            <p:ph type="dt" sz="half" idx="10"/>
          </p:nvPr>
        </p:nvSpPr>
        <p:spPr>
          <a:xfrm>
            <a:off x="8197353" y="6309360"/>
            <a:ext cx="2151134"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a:t>9/8/20XX</a:t>
            </a:r>
          </a:p>
        </p:txBody>
      </p:sp>
      <p:sp>
        <p:nvSpPr>
          <p:cNvPr id="27" name="Slide Number Placeholder 6">
            <a:extLst>
              <a:ext uri="{FF2B5EF4-FFF2-40B4-BE49-F238E27FC236}">
                <a16:creationId xmlns:a16="http://schemas.microsoft.com/office/drawing/2014/main" id="{0F3F4E6D-F4D2-430F-A2C3-3C037D778F4B}"/>
              </a:ext>
            </a:extLst>
          </p:cNvPr>
          <p:cNvSpPr>
            <a:spLocks noGrp="1"/>
          </p:cNvSpPr>
          <p:nvPr>
            <p:ph type="sldNum" sz="quarter" idx="12"/>
          </p:nvPr>
        </p:nvSpPr>
        <p:spPr>
          <a:xfrm>
            <a:off x="10569202" y="6309360"/>
            <a:ext cx="979879" cy="457200"/>
          </a:xfrm>
        </p:spPr>
        <p:txBody>
          <a:bodyPr/>
          <a:lstStyle>
            <a:lvl1pPr>
              <a:defRPr>
                <a:solidFill>
                  <a:schemeClr val="bg1"/>
                </a:solidFill>
                <a:effectLst>
                  <a:outerShdw blurRad="38100" dist="38100" dir="2700000" algn="tl">
                    <a:srgbClr val="000000">
                      <a:alpha val="43137"/>
                    </a:srgbClr>
                  </a:outerShdw>
                </a:effectLst>
              </a:defRPr>
            </a:lvl1pPr>
          </a:lstStyle>
          <a:p>
            <a:fld id="{FAEF9944-A4F6-4C59-AEBD-678D6480B8EA}" type="slidenum">
              <a:rPr lang="en-US" smtClean="0"/>
              <a:pPr/>
              <a:t>‹#›</a:t>
            </a:fld>
            <a:endParaRPr lang="en-US"/>
          </a:p>
        </p:txBody>
      </p:sp>
    </p:spTree>
    <p:extLst>
      <p:ext uri="{BB962C8B-B14F-4D97-AF65-F5344CB8AC3E}">
        <p14:creationId xmlns:p14="http://schemas.microsoft.com/office/powerpoint/2010/main" val="1747931588"/>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9F91A3C-7ABB-4E5E-B04F-29DB072AE13C}"/>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B9AABE-3FBC-4E64-8672-D073D4A3F412}"/>
              </a:ext>
              <a:ext uri="{C183D7F6-B498-43B3-948B-1728B52AA6E4}">
                <adec:decorative xmlns:adec="http://schemas.microsoft.com/office/drawing/2017/decorative" val="1"/>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8FF13AE-FEBF-40A1-A799-6EB275CBBCB5}"/>
              </a:ext>
              <a:ext uri="{C183D7F6-B498-43B3-948B-1728B52AA6E4}">
                <adec:decorative xmlns:adec="http://schemas.microsoft.com/office/drawing/2017/decorative" val="1"/>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EACBDB11-07EC-4982-BBFA-8EECF50C7B93}"/>
              </a:ext>
            </a:extLst>
          </p:cNvPr>
          <p:cNvSpPr>
            <a:spLocks noGrp="1"/>
          </p:cNvSpPr>
          <p:nvPr>
            <p:ph type="title" hasCustomPrompt="1"/>
          </p:nvPr>
        </p:nvSpPr>
        <p:spPr>
          <a:xfrm>
            <a:off x="1535372" y="4872251"/>
            <a:ext cx="10013709" cy="1030360"/>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30" name="Rectangle 29">
            <a:extLst>
              <a:ext uri="{FF2B5EF4-FFF2-40B4-BE49-F238E27FC236}">
                <a16:creationId xmlns:a16="http://schemas.microsoft.com/office/drawing/2014/main" id="{67B21770-EBB9-4C73-BE13-26901F3CC9FB}"/>
              </a:ext>
              <a:ext uri="{C183D7F6-B498-43B3-948B-1728B52AA6E4}">
                <adec:decorative xmlns:adec="http://schemas.microsoft.com/office/drawing/2017/decorative" val="1"/>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172AFA4-5141-4F0F-B9F6-0BE3ADBED218}"/>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icture Placeholder 11">
            <a:extLst>
              <a:ext uri="{FF2B5EF4-FFF2-40B4-BE49-F238E27FC236}">
                <a16:creationId xmlns:a16="http://schemas.microsoft.com/office/drawing/2014/main" id="{F0EE079C-10D4-4C0C-8F48-80E71610057B}"/>
              </a:ext>
            </a:extLst>
          </p:cNvPr>
          <p:cNvSpPr>
            <a:spLocks noGrp="1"/>
          </p:cNvSpPr>
          <p:nvPr>
            <p:ph type="pic" sz="quarter" idx="14" hasCustomPrompt="1"/>
          </p:nvPr>
        </p:nvSpPr>
        <p:spPr>
          <a:xfrm>
            <a:off x="179143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36" name="Text Placeholder 20">
            <a:extLst>
              <a:ext uri="{FF2B5EF4-FFF2-40B4-BE49-F238E27FC236}">
                <a16:creationId xmlns:a16="http://schemas.microsoft.com/office/drawing/2014/main" id="{278BA700-11E2-4D8A-A0C6-7CE3C00EC78A}"/>
              </a:ext>
            </a:extLst>
          </p:cNvPr>
          <p:cNvSpPr>
            <a:spLocks noGrp="1"/>
          </p:cNvSpPr>
          <p:nvPr>
            <p:ph type="body" sz="quarter" idx="18" hasCustomPrompt="1"/>
          </p:nvPr>
        </p:nvSpPr>
        <p:spPr>
          <a:xfrm>
            <a:off x="179143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37" name="Text Placeholder 22">
            <a:extLst>
              <a:ext uri="{FF2B5EF4-FFF2-40B4-BE49-F238E27FC236}">
                <a16:creationId xmlns:a16="http://schemas.microsoft.com/office/drawing/2014/main" id="{F5914669-6EB5-485E-AB8B-3A2E4F171886}"/>
              </a:ext>
            </a:extLst>
          </p:cNvPr>
          <p:cNvSpPr>
            <a:spLocks noGrp="1"/>
          </p:cNvSpPr>
          <p:nvPr>
            <p:ph type="body" sz="quarter" idx="19" hasCustomPrompt="1"/>
          </p:nvPr>
        </p:nvSpPr>
        <p:spPr>
          <a:xfrm>
            <a:off x="1791431" y="3384624"/>
            <a:ext cx="2029968" cy="769087"/>
          </a:xfrm>
        </p:spPr>
        <p:txBody>
          <a:bodyPr tIns="0" anchor="t" anchorCtr="0">
            <a:normAutofit/>
          </a:bodyPr>
          <a:lstStyle>
            <a:lvl1pPr marL="0" indent="0" algn="ctr">
              <a:lnSpc>
                <a:spcPct val="100000"/>
              </a:lnSpc>
              <a:spcBef>
                <a:spcPts val="0"/>
              </a:spcBef>
              <a:spcAft>
                <a:spcPts val="0"/>
              </a:spcAft>
              <a:buNone/>
              <a:defRPr lang="en-US" sz="1600" b="0" kern="1200" spc="20" dirty="0">
                <a:solidFill>
                  <a:schemeClr val="tx1"/>
                </a:solidFill>
                <a:latin typeface="+mn-lt"/>
                <a:ea typeface="+mn-ea"/>
                <a:cs typeface="+mn-cs"/>
              </a:defRPr>
            </a:lvl1pPr>
          </a:lstStyle>
          <a:p>
            <a:pPr lvl="0"/>
            <a:r>
              <a:rPr lang="en-US"/>
              <a:t>Click to add text</a:t>
            </a:r>
          </a:p>
        </p:txBody>
      </p:sp>
      <p:sp>
        <p:nvSpPr>
          <p:cNvPr id="25" name="Picture Placeholder 11">
            <a:extLst>
              <a:ext uri="{FF2B5EF4-FFF2-40B4-BE49-F238E27FC236}">
                <a16:creationId xmlns:a16="http://schemas.microsoft.com/office/drawing/2014/main" id="{EF9D7489-BAB3-49B7-B83B-9F6131DC9D62}"/>
              </a:ext>
            </a:extLst>
          </p:cNvPr>
          <p:cNvSpPr>
            <a:spLocks noGrp="1"/>
          </p:cNvSpPr>
          <p:nvPr>
            <p:ph type="pic" sz="quarter" idx="15" hasCustomPrompt="1"/>
          </p:nvPr>
        </p:nvSpPr>
        <p:spPr>
          <a:xfrm>
            <a:off x="433446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38" name="Text Placeholder 20">
            <a:extLst>
              <a:ext uri="{FF2B5EF4-FFF2-40B4-BE49-F238E27FC236}">
                <a16:creationId xmlns:a16="http://schemas.microsoft.com/office/drawing/2014/main" id="{59BCC58C-2434-490A-8749-D8311B9025F8}"/>
              </a:ext>
            </a:extLst>
          </p:cNvPr>
          <p:cNvSpPr>
            <a:spLocks noGrp="1"/>
          </p:cNvSpPr>
          <p:nvPr>
            <p:ph type="body" sz="quarter" idx="20" hasCustomPrompt="1"/>
          </p:nvPr>
        </p:nvSpPr>
        <p:spPr>
          <a:xfrm>
            <a:off x="433446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39" name="Text Placeholder 22">
            <a:extLst>
              <a:ext uri="{FF2B5EF4-FFF2-40B4-BE49-F238E27FC236}">
                <a16:creationId xmlns:a16="http://schemas.microsoft.com/office/drawing/2014/main" id="{8FD90DAF-BAFA-4B9E-A682-AD69AEC3ABF0}"/>
              </a:ext>
            </a:extLst>
          </p:cNvPr>
          <p:cNvSpPr>
            <a:spLocks noGrp="1"/>
          </p:cNvSpPr>
          <p:nvPr>
            <p:ph type="body" sz="quarter" idx="21" hasCustomPrompt="1"/>
          </p:nvPr>
        </p:nvSpPr>
        <p:spPr>
          <a:xfrm>
            <a:off x="4334461" y="3384624"/>
            <a:ext cx="2029968" cy="769087"/>
          </a:xfrm>
        </p:spPr>
        <p:txBody>
          <a:bodyPr tIns="0" anchor="t" anchorCtr="0">
            <a:normAutofit/>
          </a:bodyPr>
          <a:lstStyle>
            <a:lvl1pPr marL="0" indent="0" algn="ctr">
              <a:lnSpc>
                <a:spcPct val="100000"/>
              </a:lnSpc>
              <a:spcBef>
                <a:spcPts val="0"/>
              </a:spcBef>
              <a:spcAft>
                <a:spcPts val="672"/>
              </a:spcAft>
              <a:buNone/>
              <a:defRPr lang="en-US" sz="1600" b="0" kern="1200" spc="20" baseline="0" dirty="0">
                <a:solidFill>
                  <a:schemeClr val="tx1"/>
                </a:solidFill>
                <a:latin typeface="+mn-lt"/>
                <a:ea typeface="+mn-ea"/>
                <a:cs typeface="+mn-cs"/>
              </a:defRPr>
            </a:lvl1pPr>
          </a:lstStyle>
          <a:p>
            <a:pPr lvl="0"/>
            <a:r>
              <a:rPr lang="en-US"/>
              <a:t>Click to add text</a:t>
            </a:r>
          </a:p>
        </p:txBody>
      </p:sp>
      <p:sp>
        <p:nvSpPr>
          <p:cNvPr id="26" name="Picture Placeholder 11">
            <a:extLst>
              <a:ext uri="{FF2B5EF4-FFF2-40B4-BE49-F238E27FC236}">
                <a16:creationId xmlns:a16="http://schemas.microsoft.com/office/drawing/2014/main" id="{BC0EEF5C-B219-4286-B517-426EDF4EAF50}"/>
              </a:ext>
            </a:extLst>
          </p:cNvPr>
          <p:cNvSpPr>
            <a:spLocks noGrp="1"/>
          </p:cNvSpPr>
          <p:nvPr>
            <p:ph type="pic" sz="quarter" idx="16" hasCustomPrompt="1"/>
          </p:nvPr>
        </p:nvSpPr>
        <p:spPr>
          <a:xfrm>
            <a:off x="687749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40" name="Text Placeholder 20">
            <a:extLst>
              <a:ext uri="{FF2B5EF4-FFF2-40B4-BE49-F238E27FC236}">
                <a16:creationId xmlns:a16="http://schemas.microsoft.com/office/drawing/2014/main" id="{5E3B0A9D-DD75-43E3-A689-283E65DF3F6D}"/>
              </a:ext>
            </a:extLst>
          </p:cNvPr>
          <p:cNvSpPr>
            <a:spLocks noGrp="1"/>
          </p:cNvSpPr>
          <p:nvPr>
            <p:ph type="body" sz="quarter" idx="22" hasCustomPrompt="1"/>
          </p:nvPr>
        </p:nvSpPr>
        <p:spPr>
          <a:xfrm>
            <a:off x="687749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41" name="Text Placeholder 22">
            <a:extLst>
              <a:ext uri="{FF2B5EF4-FFF2-40B4-BE49-F238E27FC236}">
                <a16:creationId xmlns:a16="http://schemas.microsoft.com/office/drawing/2014/main" id="{EA0EDFB3-D33B-471A-B50B-93FB68524152}"/>
              </a:ext>
            </a:extLst>
          </p:cNvPr>
          <p:cNvSpPr>
            <a:spLocks noGrp="1"/>
          </p:cNvSpPr>
          <p:nvPr>
            <p:ph type="body" sz="quarter" idx="23" hasCustomPrompt="1"/>
          </p:nvPr>
        </p:nvSpPr>
        <p:spPr>
          <a:xfrm>
            <a:off x="6877491" y="3384624"/>
            <a:ext cx="2029968" cy="769087"/>
          </a:xfrm>
        </p:spPr>
        <p:txBody>
          <a:bodyPr tIns="0" anchor="t" anchorCtr="0">
            <a:normAutofit/>
          </a:bodyPr>
          <a:lstStyle>
            <a:lvl1pPr marL="0" indent="0" algn="ctr">
              <a:lnSpc>
                <a:spcPct val="100000"/>
              </a:lnSpc>
              <a:spcBef>
                <a:spcPts val="0"/>
              </a:spcBef>
              <a:spcAft>
                <a:spcPts val="672"/>
              </a:spcAft>
              <a:buNone/>
              <a:defRPr lang="en-US" sz="1600" b="0" kern="1200" spc="20" dirty="0">
                <a:solidFill>
                  <a:schemeClr val="tx1"/>
                </a:solidFill>
                <a:latin typeface="+mn-lt"/>
                <a:ea typeface="+mn-ea"/>
                <a:cs typeface="+mn-cs"/>
              </a:defRPr>
            </a:lvl1pPr>
          </a:lstStyle>
          <a:p>
            <a:pPr lvl="0"/>
            <a:r>
              <a:rPr lang="en-US"/>
              <a:t>Click to add text</a:t>
            </a:r>
          </a:p>
        </p:txBody>
      </p:sp>
      <p:sp>
        <p:nvSpPr>
          <p:cNvPr id="32" name="Picture Placeholder 11">
            <a:extLst>
              <a:ext uri="{FF2B5EF4-FFF2-40B4-BE49-F238E27FC236}">
                <a16:creationId xmlns:a16="http://schemas.microsoft.com/office/drawing/2014/main" id="{66462103-08B6-4C6F-88CC-03FF546261B3}"/>
              </a:ext>
            </a:extLst>
          </p:cNvPr>
          <p:cNvSpPr>
            <a:spLocks noGrp="1"/>
          </p:cNvSpPr>
          <p:nvPr>
            <p:ph type="pic" sz="quarter" idx="17" hasCustomPrompt="1"/>
          </p:nvPr>
        </p:nvSpPr>
        <p:spPr>
          <a:xfrm>
            <a:off x="942052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42" name="Text Placeholder 20">
            <a:extLst>
              <a:ext uri="{FF2B5EF4-FFF2-40B4-BE49-F238E27FC236}">
                <a16:creationId xmlns:a16="http://schemas.microsoft.com/office/drawing/2014/main" id="{39A96C54-26D5-4B10-A345-F6C034F2E707}"/>
              </a:ext>
            </a:extLst>
          </p:cNvPr>
          <p:cNvSpPr>
            <a:spLocks noGrp="1"/>
          </p:cNvSpPr>
          <p:nvPr>
            <p:ph type="body" sz="quarter" idx="24" hasCustomPrompt="1"/>
          </p:nvPr>
        </p:nvSpPr>
        <p:spPr>
          <a:xfrm>
            <a:off x="942052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43" name="Text Placeholder 22">
            <a:extLst>
              <a:ext uri="{FF2B5EF4-FFF2-40B4-BE49-F238E27FC236}">
                <a16:creationId xmlns:a16="http://schemas.microsoft.com/office/drawing/2014/main" id="{4316B0AE-245F-4164-BF74-B514BA424CB5}"/>
              </a:ext>
            </a:extLst>
          </p:cNvPr>
          <p:cNvSpPr>
            <a:spLocks noGrp="1"/>
          </p:cNvSpPr>
          <p:nvPr>
            <p:ph type="body" sz="quarter" idx="25" hasCustomPrompt="1"/>
          </p:nvPr>
        </p:nvSpPr>
        <p:spPr>
          <a:xfrm>
            <a:off x="9420521" y="3384624"/>
            <a:ext cx="2029968" cy="769087"/>
          </a:xfrm>
        </p:spPr>
        <p:txBody>
          <a:bodyPr tIns="0" anchor="t" anchorCtr="0">
            <a:normAutofit/>
          </a:bodyPr>
          <a:lstStyle>
            <a:lvl1pPr marL="0" indent="0" algn="ctr">
              <a:lnSpc>
                <a:spcPct val="100000"/>
              </a:lnSpc>
              <a:spcBef>
                <a:spcPts val="0"/>
              </a:spcBef>
              <a:spcAft>
                <a:spcPts val="672"/>
              </a:spcAft>
              <a:buNone/>
              <a:defRPr lang="en-US" sz="1600" b="0" kern="1200" spc="20" baseline="0" dirty="0">
                <a:solidFill>
                  <a:schemeClr val="tx1"/>
                </a:solidFill>
                <a:latin typeface="+mn-lt"/>
                <a:ea typeface="+mn-ea"/>
                <a:cs typeface="+mn-cs"/>
              </a:defRPr>
            </a:lvl1pPr>
          </a:lstStyle>
          <a:p>
            <a:pPr lvl="0"/>
            <a:r>
              <a:rPr lang="en-US"/>
              <a:t>Click to add text</a:t>
            </a:r>
          </a:p>
        </p:txBody>
      </p:sp>
      <p:sp>
        <p:nvSpPr>
          <p:cNvPr id="33" name="Footer Placeholder 4">
            <a:extLst>
              <a:ext uri="{FF2B5EF4-FFF2-40B4-BE49-F238E27FC236}">
                <a16:creationId xmlns:a16="http://schemas.microsoft.com/office/drawing/2014/main" id="{41DE758B-03CF-48F8-BCBE-AD97B70428DF}"/>
              </a:ext>
            </a:extLst>
          </p:cNvPr>
          <p:cNvSpPr>
            <a:spLocks noGrp="1"/>
          </p:cNvSpPr>
          <p:nvPr>
            <p:ph type="ftr" sz="quarter" idx="11"/>
          </p:nvPr>
        </p:nvSpPr>
        <p:spPr>
          <a:xfrm>
            <a:off x="1535372" y="6309360"/>
            <a:ext cx="4946592" cy="457200"/>
          </a:xfrm>
        </p:spPr>
        <p:txBody>
          <a:bodyPr/>
          <a:lstStyle/>
          <a:p>
            <a:r>
              <a:rPr lang="en-US"/>
              <a:t>Presentation Title</a:t>
            </a:r>
          </a:p>
        </p:txBody>
      </p:sp>
      <p:sp>
        <p:nvSpPr>
          <p:cNvPr id="34" name="Date Placeholder 3">
            <a:extLst>
              <a:ext uri="{FF2B5EF4-FFF2-40B4-BE49-F238E27FC236}">
                <a16:creationId xmlns:a16="http://schemas.microsoft.com/office/drawing/2014/main" id="{1640606E-041A-4385-96D7-3C6E775E3FA4}"/>
              </a:ext>
            </a:extLst>
          </p:cNvPr>
          <p:cNvSpPr>
            <a:spLocks noGrp="1"/>
          </p:cNvSpPr>
          <p:nvPr>
            <p:ph type="dt" sz="half" idx="10"/>
          </p:nvPr>
        </p:nvSpPr>
        <p:spPr>
          <a:xfrm>
            <a:off x="8202168" y="6309360"/>
            <a:ext cx="2148840" cy="457200"/>
          </a:xfrm>
        </p:spPr>
        <p:txBody>
          <a:bodyPr/>
          <a:lstStyle/>
          <a:p>
            <a:r>
              <a:rPr lang="en-US"/>
              <a:t>9/8/20XX</a:t>
            </a:r>
          </a:p>
        </p:txBody>
      </p:sp>
      <p:sp>
        <p:nvSpPr>
          <p:cNvPr id="35" name="Slide Number Placeholder 5">
            <a:extLst>
              <a:ext uri="{FF2B5EF4-FFF2-40B4-BE49-F238E27FC236}">
                <a16:creationId xmlns:a16="http://schemas.microsoft.com/office/drawing/2014/main" id="{35844B60-1EF6-4A90-9030-B5043BCD058B}"/>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672599757"/>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0FB3D5A-25E2-453F-A78E-0A20BDCE80A2}"/>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8796342-0E80-4F8E-9563-9F5EDFC0DDF2}"/>
              </a:ext>
              <a:ext uri="{C183D7F6-B498-43B3-948B-1728B52AA6E4}">
                <adec:decorative xmlns:adec="http://schemas.microsoft.com/office/drawing/2017/decorative" val="1"/>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39B2F5D-C3BA-453E-8F4D-97074F48C7AE}"/>
              </a:ext>
              <a:ext uri="{C183D7F6-B498-43B3-948B-1728B52AA6E4}">
                <adec:decorative xmlns:adec="http://schemas.microsoft.com/office/drawing/2017/decorative" val="1"/>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452D50E3-A27A-4AF6-928B-286E7BDB4BD9}"/>
              </a:ext>
            </a:extLst>
          </p:cNvPr>
          <p:cNvSpPr>
            <a:spLocks noGrp="1"/>
          </p:cNvSpPr>
          <p:nvPr>
            <p:ph type="title" hasCustomPrompt="1"/>
          </p:nvPr>
        </p:nvSpPr>
        <p:spPr>
          <a:xfrm>
            <a:off x="1535372" y="4873752"/>
            <a:ext cx="10013709" cy="1033272"/>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6" name="Rectangle 5">
            <a:extLst>
              <a:ext uri="{FF2B5EF4-FFF2-40B4-BE49-F238E27FC236}">
                <a16:creationId xmlns:a16="http://schemas.microsoft.com/office/drawing/2014/main" id="{D874FDF0-F4BE-433D-86EE-9E1832D4388B}"/>
              </a:ext>
              <a:ext uri="{C183D7F6-B498-43B3-948B-1728B52AA6E4}">
                <adec:decorative xmlns:adec="http://schemas.microsoft.com/office/drawing/2017/decorative" val="1"/>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5DFCD07-1301-45ED-B326-449ECFADE70D}"/>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4">
            <a:extLst>
              <a:ext uri="{FF2B5EF4-FFF2-40B4-BE49-F238E27FC236}">
                <a16:creationId xmlns:a16="http://schemas.microsoft.com/office/drawing/2014/main" id="{BD5DA270-E83F-4CC8-9DA6-27CA3AEC0745}"/>
              </a:ext>
            </a:extLst>
          </p:cNvPr>
          <p:cNvSpPr>
            <a:spLocks noGrp="1"/>
          </p:cNvSpPr>
          <p:nvPr>
            <p:ph type="ftr" sz="quarter" idx="11"/>
          </p:nvPr>
        </p:nvSpPr>
        <p:spPr>
          <a:xfrm>
            <a:off x="1535372" y="6309360"/>
            <a:ext cx="4946592" cy="457200"/>
          </a:xfrm>
        </p:spPr>
        <p:txBody>
          <a:bodyPr/>
          <a:lstStyle/>
          <a:p>
            <a:r>
              <a:rPr lang="en-US"/>
              <a:t>Presentation Title</a:t>
            </a:r>
          </a:p>
        </p:txBody>
      </p:sp>
      <p:sp>
        <p:nvSpPr>
          <p:cNvPr id="9" name="Date Placeholder 3">
            <a:extLst>
              <a:ext uri="{FF2B5EF4-FFF2-40B4-BE49-F238E27FC236}">
                <a16:creationId xmlns:a16="http://schemas.microsoft.com/office/drawing/2014/main" id="{57804587-2E59-4D83-B86E-83ADAE4FDC13}"/>
              </a:ext>
            </a:extLst>
          </p:cNvPr>
          <p:cNvSpPr>
            <a:spLocks noGrp="1"/>
          </p:cNvSpPr>
          <p:nvPr>
            <p:ph type="dt" sz="half" idx="10"/>
          </p:nvPr>
        </p:nvSpPr>
        <p:spPr>
          <a:xfrm>
            <a:off x="8202168" y="6309360"/>
            <a:ext cx="2148840" cy="457200"/>
          </a:xfrm>
        </p:spPr>
        <p:txBody>
          <a:bodyPr/>
          <a:lstStyle/>
          <a:p>
            <a:r>
              <a:rPr lang="en-US"/>
              <a:t>9/8/20XX</a:t>
            </a:r>
          </a:p>
        </p:txBody>
      </p:sp>
      <p:sp>
        <p:nvSpPr>
          <p:cNvPr id="10" name="Slide Number Placeholder 5">
            <a:extLst>
              <a:ext uri="{FF2B5EF4-FFF2-40B4-BE49-F238E27FC236}">
                <a16:creationId xmlns:a16="http://schemas.microsoft.com/office/drawing/2014/main" id="{5339F117-3072-4F0C-8D1D-E5DC918CE4F0}"/>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06689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D8F3F22-19C9-4C61-8202-3220217D2938}"/>
              </a:ext>
            </a:extLst>
          </p:cNvPr>
          <p:cNvSpPr>
            <a:spLocks noGrp="1"/>
          </p:cNvSpPr>
          <p:nvPr>
            <p:ph type="title" hasCustomPrompt="1"/>
          </p:nvPr>
        </p:nvSpPr>
        <p:spPr>
          <a:xfrm>
            <a:off x="648935" y="91440"/>
            <a:ext cx="10900146" cy="1115934"/>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1C84EF9E-6407-0DD3-7326-3E41B7FACC61}"/>
              </a:ext>
            </a:extLst>
          </p:cNvPr>
          <p:cNvSpPr>
            <a:spLocks noGrp="1"/>
          </p:cNvSpPr>
          <p:nvPr>
            <p:ph type="body" sz="quarter" idx="16" hasCustomPrompt="1"/>
          </p:nvPr>
        </p:nvSpPr>
        <p:spPr>
          <a:xfrm>
            <a:off x="642938" y="1741996"/>
            <a:ext cx="4727575" cy="641282"/>
          </a:xfrm>
        </p:spPr>
        <p:txBody>
          <a:bodyPr>
            <a:noAutofit/>
          </a:bodyPr>
          <a:lstStyle>
            <a:lvl1pPr marL="0" indent="0">
              <a:buNone/>
              <a:defRPr sz="2000"/>
            </a:lvl1pPr>
          </a:lstStyle>
          <a:p>
            <a:pPr lvl="0"/>
            <a:r>
              <a:rPr lang="en-US"/>
              <a:t>Click to add subtitle</a:t>
            </a:r>
          </a:p>
        </p:txBody>
      </p:sp>
      <p:sp>
        <p:nvSpPr>
          <p:cNvPr id="3" name="Content Placeholder 2">
            <a:extLst>
              <a:ext uri="{FF2B5EF4-FFF2-40B4-BE49-F238E27FC236}">
                <a16:creationId xmlns:a16="http://schemas.microsoft.com/office/drawing/2014/main" id="{7ED4F766-C576-F298-E93A-CD0D832F8E4F}"/>
              </a:ext>
            </a:extLst>
          </p:cNvPr>
          <p:cNvSpPr>
            <a:spLocks noGrp="1"/>
          </p:cNvSpPr>
          <p:nvPr>
            <p:ph sz="quarter" idx="14"/>
          </p:nvPr>
        </p:nvSpPr>
        <p:spPr>
          <a:xfrm>
            <a:off x="648934" y="2422380"/>
            <a:ext cx="4721579" cy="3039917"/>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55C877DC-6425-8E5B-A605-80E02348F5E9}"/>
              </a:ext>
            </a:extLst>
          </p:cNvPr>
          <p:cNvSpPr>
            <a:spLocks noGrp="1"/>
          </p:cNvSpPr>
          <p:nvPr>
            <p:ph type="body" sz="quarter" idx="17" hasCustomPrompt="1"/>
          </p:nvPr>
        </p:nvSpPr>
        <p:spPr>
          <a:xfrm>
            <a:off x="6099008" y="1741996"/>
            <a:ext cx="4727575" cy="641282"/>
          </a:xfrm>
        </p:spPr>
        <p:txBody>
          <a:bodyPr>
            <a:noAutofit/>
          </a:bodyPr>
          <a:lstStyle>
            <a:lvl1pPr marL="0" indent="0">
              <a:buNone/>
              <a:defRPr sz="2000"/>
            </a:lvl1pPr>
          </a:lstStyle>
          <a:p>
            <a:pPr lvl="0"/>
            <a:r>
              <a:rPr lang="en-US"/>
              <a:t>Click to add subtitle</a:t>
            </a:r>
          </a:p>
        </p:txBody>
      </p:sp>
      <p:sp>
        <p:nvSpPr>
          <p:cNvPr id="15" name="Content Placeholder 2">
            <a:extLst>
              <a:ext uri="{FF2B5EF4-FFF2-40B4-BE49-F238E27FC236}">
                <a16:creationId xmlns:a16="http://schemas.microsoft.com/office/drawing/2014/main" id="{373713E4-B7E6-26C4-82F5-72DAAE26A687}"/>
              </a:ext>
            </a:extLst>
          </p:cNvPr>
          <p:cNvSpPr>
            <a:spLocks noGrp="1"/>
          </p:cNvSpPr>
          <p:nvPr>
            <p:ph sz="quarter" idx="14"/>
          </p:nvPr>
        </p:nvSpPr>
        <p:spPr>
          <a:xfrm>
            <a:off x="6105004" y="2422380"/>
            <a:ext cx="4721579" cy="3039917"/>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a:t>Presentation Title</a:t>
            </a:r>
            <a:endParaRPr lang="en-US">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9/8/20XX</a:t>
            </a:r>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103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725A2F16-8CE0-4F2E-933C-EFDFB1E196A3}"/>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 name="Rectangle 2">
            <a:extLst>
              <a:ext uri="{FF2B5EF4-FFF2-40B4-BE49-F238E27FC236}">
                <a16:creationId xmlns:a16="http://schemas.microsoft.com/office/drawing/2014/main" id="{18C70705-E2EE-4992-AE78-FDBE1285C809}"/>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21C428A7-7771-4474-8BB4-8A6F0FEF8766}"/>
              </a:ext>
            </a:extLst>
          </p:cNvPr>
          <p:cNvSpPr>
            <a:spLocks noGrp="1"/>
          </p:cNvSpPr>
          <p:nvPr>
            <p:ph type="title" hasCustomPrompt="1"/>
          </p:nvPr>
        </p:nvSpPr>
        <p:spPr>
          <a:xfrm>
            <a:off x="648935" y="91440"/>
            <a:ext cx="10900146" cy="1115934"/>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5" name="Rectangle 4">
            <a:extLst>
              <a:ext uri="{FF2B5EF4-FFF2-40B4-BE49-F238E27FC236}">
                <a16:creationId xmlns:a16="http://schemas.microsoft.com/office/drawing/2014/main" id="{B98730F6-0DF6-48BC-86CC-00BE18350199}"/>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2D31104-1E19-4E17-A3FE-2B2C551344DF}"/>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20CFA06E-1C24-739A-1DD4-ED1433B34D89}"/>
              </a:ext>
            </a:extLst>
          </p:cNvPr>
          <p:cNvSpPr>
            <a:spLocks noGrp="1"/>
          </p:cNvSpPr>
          <p:nvPr>
            <p:ph type="body" sz="quarter" idx="19" hasCustomPrompt="1"/>
          </p:nvPr>
        </p:nvSpPr>
        <p:spPr>
          <a:xfrm>
            <a:off x="652646" y="1662661"/>
            <a:ext cx="3519028" cy="705291"/>
          </a:xfrm>
        </p:spPr>
        <p:txBody>
          <a:bodyPr>
            <a:noAutofit/>
          </a:bodyPr>
          <a:lstStyle>
            <a:lvl1pPr marL="0" indent="0">
              <a:buNone/>
              <a:defRPr sz="2000"/>
            </a:lvl1pPr>
          </a:lstStyle>
          <a:p>
            <a:pPr lvl="0"/>
            <a:r>
              <a:rPr lang="en-US"/>
              <a:t>Click to add subtitle</a:t>
            </a:r>
          </a:p>
        </p:txBody>
      </p:sp>
      <p:sp>
        <p:nvSpPr>
          <p:cNvPr id="14" name="Content Placeholder 2">
            <a:extLst>
              <a:ext uri="{FF2B5EF4-FFF2-40B4-BE49-F238E27FC236}">
                <a16:creationId xmlns:a16="http://schemas.microsoft.com/office/drawing/2014/main" id="{55A4DB05-126B-20BC-3602-90307F7E6801}"/>
              </a:ext>
            </a:extLst>
          </p:cNvPr>
          <p:cNvSpPr>
            <a:spLocks noGrp="1"/>
          </p:cNvSpPr>
          <p:nvPr>
            <p:ph sz="quarter" idx="14"/>
          </p:nvPr>
        </p:nvSpPr>
        <p:spPr>
          <a:xfrm>
            <a:off x="648935" y="2422380"/>
            <a:ext cx="3519028" cy="3194435"/>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D0E27603-2204-A2C4-2745-EBCDAE1BD9B6}"/>
              </a:ext>
            </a:extLst>
          </p:cNvPr>
          <p:cNvSpPr>
            <a:spLocks noGrp="1"/>
          </p:cNvSpPr>
          <p:nvPr>
            <p:ph type="body" sz="quarter" idx="20" hasCustomPrompt="1"/>
          </p:nvPr>
        </p:nvSpPr>
        <p:spPr>
          <a:xfrm>
            <a:off x="4336486" y="1662661"/>
            <a:ext cx="3519028" cy="705291"/>
          </a:xfrm>
        </p:spPr>
        <p:txBody>
          <a:bodyPr>
            <a:noAutofit/>
          </a:bodyPr>
          <a:lstStyle>
            <a:lvl1pPr marL="0" indent="0">
              <a:buNone/>
              <a:defRPr sz="2000"/>
            </a:lvl1pPr>
          </a:lstStyle>
          <a:p>
            <a:pPr lvl="0"/>
            <a:r>
              <a:rPr lang="en-US"/>
              <a:t>Click to add subtitle</a:t>
            </a:r>
          </a:p>
        </p:txBody>
      </p:sp>
      <p:sp>
        <p:nvSpPr>
          <p:cNvPr id="15" name="Content Placeholder 2">
            <a:extLst>
              <a:ext uri="{FF2B5EF4-FFF2-40B4-BE49-F238E27FC236}">
                <a16:creationId xmlns:a16="http://schemas.microsoft.com/office/drawing/2014/main" id="{C79EA982-846E-2756-49D5-12FFC1EBC388}"/>
              </a:ext>
            </a:extLst>
          </p:cNvPr>
          <p:cNvSpPr>
            <a:spLocks noGrp="1"/>
          </p:cNvSpPr>
          <p:nvPr>
            <p:ph sz="quarter" idx="22"/>
          </p:nvPr>
        </p:nvSpPr>
        <p:spPr>
          <a:xfrm>
            <a:off x="4336487" y="2422380"/>
            <a:ext cx="3519028" cy="3194435"/>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B3B5C766-DDF3-7082-73C4-43F0711CC6F9}"/>
              </a:ext>
            </a:extLst>
          </p:cNvPr>
          <p:cNvSpPr>
            <a:spLocks noGrp="1"/>
          </p:cNvSpPr>
          <p:nvPr>
            <p:ph type="body" sz="quarter" idx="21" hasCustomPrompt="1"/>
          </p:nvPr>
        </p:nvSpPr>
        <p:spPr>
          <a:xfrm>
            <a:off x="8020326" y="1662661"/>
            <a:ext cx="3519028" cy="705291"/>
          </a:xfrm>
        </p:spPr>
        <p:txBody>
          <a:bodyPr>
            <a:noAutofit/>
          </a:bodyPr>
          <a:lstStyle>
            <a:lvl1pPr marL="0" indent="0">
              <a:buNone/>
              <a:defRPr sz="2000"/>
            </a:lvl1pPr>
          </a:lstStyle>
          <a:p>
            <a:pPr lvl="0"/>
            <a:r>
              <a:rPr lang="en-US"/>
              <a:t>Click to add subtitle</a:t>
            </a:r>
          </a:p>
        </p:txBody>
      </p:sp>
      <p:sp>
        <p:nvSpPr>
          <p:cNvPr id="16" name="Content Placeholder 2">
            <a:extLst>
              <a:ext uri="{FF2B5EF4-FFF2-40B4-BE49-F238E27FC236}">
                <a16:creationId xmlns:a16="http://schemas.microsoft.com/office/drawing/2014/main" id="{2C18BF93-6E3F-9D72-3E5F-55C94E541300}"/>
              </a:ext>
            </a:extLst>
          </p:cNvPr>
          <p:cNvSpPr>
            <a:spLocks noGrp="1"/>
          </p:cNvSpPr>
          <p:nvPr>
            <p:ph sz="quarter" idx="23"/>
          </p:nvPr>
        </p:nvSpPr>
        <p:spPr>
          <a:xfrm>
            <a:off x="8020326" y="2422380"/>
            <a:ext cx="3519028" cy="3194435"/>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2DA7A17E-1562-4B10-9BC8-AB6B45E6BD6C}"/>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37258C-9B58-4DC0-BC98-826A38D4B6B1}"/>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ooter Placeholder 29">
            <a:extLst>
              <a:ext uri="{FF2B5EF4-FFF2-40B4-BE49-F238E27FC236}">
                <a16:creationId xmlns:a16="http://schemas.microsoft.com/office/drawing/2014/main" id="{2F8E2987-7F65-44D5-B3AD-776ECF8D85CC}"/>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a:t>Presentation Title</a:t>
            </a:r>
            <a:endParaRPr lang="en-US">
              <a:solidFill>
                <a:schemeClr val="bg1"/>
              </a:solidFill>
            </a:endParaRPr>
          </a:p>
        </p:txBody>
      </p:sp>
      <p:sp>
        <p:nvSpPr>
          <p:cNvPr id="22" name="Date Placeholder 28">
            <a:extLst>
              <a:ext uri="{FF2B5EF4-FFF2-40B4-BE49-F238E27FC236}">
                <a16:creationId xmlns:a16="http://schemas.microsoft.com/office/drawing/2014/main" id="{08BD4E48-A35B-4475-BC85-E58DA2920FE4}"/>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9/8/20XX</a:t>
            </a:r>
          </a:p>
        </p:txBody>
      </p:sp>
      <p:sp>
        <p:nvSpPr>
          <p:cNvPr id="11" name="Slide Number Placeholder 30">
            <a:extLst>
              <a:ext uri="{FF2B5EF4-FFF2-40B4-BE49-F238E27FC236}">
                <a16:creationId xmlns:a16="http://schemas.microsoft.com/office/drawing/2014/main" id="{FBDAEBAB-F3AA-4DB3-96B7-6387085C1E0E}"/>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1563755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3C66564-535A-4715-9B27-B8AB14F77E42}"/>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3821E99-F411-4BAB-8211-C344272A2A1A}"/>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29B7F2A-CF10-474B-91F1-7C50A7DAF83C}"/>
              </a:ext>
            </a:extLst>
          </p:cNvPr>
          <p:cNvSpPr>
            <a:spLocks noGrp="1"/>
          </p:cNvSpPr>
          <p:nvPr>
            <p:ph type="title" hasCustomPrompt="1"/>
          </p:nvPr>
        </p:nvSpPr>
        <p:spPr>
          <a:xfrm>
            <a:off x="5376668" y="91441"/>
            <a:ext cx="6172412" cy="1429228"/>
          </a:xfrm>
        </p:spPr>
        <p:txBody>
          <a:bodyPr anchor="b" anchorCtr="0">
            <a:noAutofit/>
          </a:bodyPr>
          <a:lstStyle>
            <a:lvl1pPr>
              <a:defRPr sz="3200"/>
            </a:lvl1pPr>
          </a:lstStyle>
          <a:p>
            <a:r>
              <a:rPr lang="en-US"/>
              <a:t>Click to add title</a:t>
            </a:r>
          </a:p>
        </p:txBody>
      </p:sp>
      <p:sp>
        <p:nvSpPr>
          <p:cNvPr id="2" name="Content Placeholder 2">
            <a:extLst>
              <a:ext uri="{FF2B5EF4-FFF2-40B4-BE49-F238E27FC236}">
                <a16:creationId xmlns:a16="http://schemas.microsoft.com/office/drawing/2014/main" id="{86262B34-8389-8F4C-2007-9FEB66A41474}"/>
              </a:ext>
            </a:extLst>
          </p:cNvPr>
          <p:cNvSpPr>
            <a:spLocks noGrp="1"/>
          </p:cNvSpPr>
          <p:nvPr>
            <p:ph sz="quarter" idx="16"/>
          </p:nvPr>
        </p:nvSpPr>
        <p:spPr>
          <a:xfrm>
            <a:off x="5376668" y="1735744"/>
            <a:ext cx="6172415" cy="3767495"/>
          </a:xfrm>
        </p:spPr>
        <p:txBody>
          <a:bodyPr anchor="t">
            <a:normAutofit/>
          </a:bodyPr>
          <a:lstStyle>
            <a:lvl1pPr marL="0" indent="0">
              <a:buNone/>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58F0D6D9-A64A-415F-BA44-494062CA6983}"/>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77B49C-9749-4042-A729-C27F583654CC}"/>
              </a:ext>
              <a:ext uri="{C183D7F6-B498-43B3-948B-1728B52AA6E4}">
                <adec:decorative xmlns:adec="http://schemas.microsoft.com/office/drawing/2017/decorative" val="1"/>
              </a:ext>
            </a:extLst>
          </p:cNvPr>
          <p:cNvSpPr/>
          <p:nvPr userDrawn="1"/>
        </p:nvSpPr>
        <p:spPr>
          <a:xfrm>
            <a:off x="0" y="2249324"/>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B79F49-5021-4A8F-A90A-5E08F7FB5196}"/>
              </a:ext>
              <a:ext uri="{C183D7F6-B498-43B3-948B-1728B52AA6E4}">
                <adec:decorative xmlns:adec="http://schemas.microsoft.com/office/drawing/2017/decorative" val="1"/>
              </a:ext>
            </a:extLst>
          </p:cNvPr>
          <p:cNvSpPr/>
          <p:nvPr userDrawn="1"/>
        </p:nvSpPr>
        <p:spPr>
          <a:xfrm>
            <a:off x="0" y="4546655"/>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19">
            <a:extLst>
              <a:ext uri="{FF2B5EF4-FFF2-40B4-BE49-F238E27FC236}">
                <a16:creationId xmlns:a16="http://schemas.microsoft.com/office/drawing/2014/main" id="{B6E270BA-010E-406C-8FBF-0ED0DA28D071}"/>
              </a:ext>
            </a:extLst>
          </p:cNvPr>
          <p:cNvSpPr>
            <a:spLocks noGrp="1"/>
          </p:cNvSpPr>
          <p:nvPr>
            <p:ph type="pic" sz="quarter" idx="13" hasCustomPrompt="1"/>
          </p:nvPr>
        </p:nvSpPr>
        <p:spPr>
          <a:xfrm>
            <a:off x="-1" y="-3"/>
            <a:ext cx="4613544" cy="2249321"/>
          </a:xfrm>
        </p:spPr>
        <p:txBody>
          <a:bodyPr anchor="t">
            <a:normAutofit/>
          </a:bodyPr>
          <a:lstStyle>
            <a:lvl1pPr marL="0" indent="0" algn="ctr">
              <a:buNone/>
              <a:defRPr sz="1400"/>
            </a:lvl1pPr>
          </a:lstStyle>
          <a:p>
            <a:r>
              <a:rPr lang="en-US"/>
              <a:t>Click to add picture</a:t>
            </a:r>
          </a:p>
        </p:txBody>
      </p:sp>
      <p:sp>
        <p:nvSpPr>
          <p:cNvPr id="24" name="Picture Placeholder 19">
            <a:extLst>
              <a:ext uri="{FF2B5EF4-FFF2-40B4-BE49-F238E27FC236}">
                <a16:creationId xmlns:a16="http://schemas.microsoft.com/office/drawing/2014/main" id="{6E15371C-3F24-44D7-97EB-74C12D53CBBC}"/>
              </a:ext>
            </a:extLst>
          </p:cNvPr>
          <p:cNvSpPr>
            <a:spLocks noGrp="1"/>
          </p:cNvSpPr>
          <p:nvPr>
            <p:ph type="pic" sz="quarter" idx="14" hasCustomPrompt="1"/>
          </p:nvPr>
        </p:nvSpPr>
        <p:spPr>
          <a:xfrm>
            <a:off x="-1" y="2311339"/>
            <a:ext cx="4613544" cy="2241520"/>
          </a:xfrm>
        </p:spPr>
        <p:txBody>
          <a:bodyPr anchor="t">
            <a:normAutofit/>
          </a:bodyPr>
          <a:lstStyle>
            <a:lvl1pPr marL="0" indent="0" algn="ctr">
              <a:buNone/>
              <a:defRPr sz="1400"/>
            </a:lvl1pPr>
          </a:lstStyle>
          <a:p>
            <a:r>
              <a:rPr lang="en-US"/>
              <a:t>Click to add picture</a:t>
            </a:r>
          </a:p>
        </p:txBody>
      </p:sp>
      <p:sp>
        <p:nvSpPr>
          <p:cNvPr id="25" name="Picture Placeholder 19">
            <a:extLst>
              <a:ext uri="{FF2B5EF4-FFF2-40B4-BE49-F238E27FC236}">
                <a16:creationId xmlns:a16="http://schemas.microsoft.com/office/drawing/2014/main" id="{E39E0BDE-5895-4B94-90AC-7045292B0B34}"/>
              </a:ext>
            </a:extLst>
          </p:cNvPr>
          <p:cNvSpPr>
            <a:spLocks noGrp="1"/>
          </p:cNvSpPr>
          <p:nvPr>
            <p:ph type="pic" sz="quarter" idx="15" hasCustomPrompt="1"/>
          </p:nvPr>
        </p:nvSpPr>
        <p:spPr>
          <a:xfrm>
            <a:off x="-1" y="4597879"/>
            <a:ext cx="4613544" cy="2257213"/>
          </a:xfrm>
        </p:spPr>
        <p:txBody>
          <a:bodyPr anchor="t">
            <a:normAutofit/>
          </a:bodyPr>
          <a:lstStyle>
            <a:lvl1pPr marL="0" indent="0" algn="ctr">
              <a:buNone/>
              <a:defRPr sz="1400"/>
            </a:lvl1pPr>
          </a:lstStyle>
          <a:p>
            <a:r>
              <a:rPr lang="en-US"/>
              <a:t>Click to add picture</a:t>
            </a:r>
          </a:p>
        </p:txBody>
      </p:sp>
      <p:sp>
        <p:nvSpPr>
          <p:cNvPr id="17" name="Footer Placeholder 4">
            <a:extLst>
              <a:ext uri="{FF2B5EF4-FFF2-40B4-BE49-F238E27FC236}">
                <a16:creationId xmlns:a16="http://schemas.microsoft.com/office/drawing/2014/main" id="{BB6B62FA-FEDE-42B0-8B7B-24AE138EB6CE}"/>
              </a:ext>
            </a:extLst>
          </p:cNvPr>
          <p:cNvSpPr>
            <a:spLocks noGrp="1"/>
          </p:cNvSpPr>
          <p:nvPr>
            <p:ph type="ftr" sz="quarter" idx="11"/>
          </p:nvPr>
        </p:nvSpPr>
        <p:spPr>
          <a:xfrm>
            <a:off x="642917" y="6309360"/>
            <a:ext cx="3271516" cy="457200"/>
          </a:xfrm>
        </p:spPr>
        <p:txBody>
          <a:bodyPr/>
          <a:lstStyle>
            <a:lvl1pPr>
              <a:defRPr>
                <a:solidFill>
                  <a:schemeClr val="bg1"/>
                </a:solidFill>
                <a:effectLst>
                  <a:outerShdw blurRad="50800" dist="38100" dir="2700000" algn="tl" rotWithShape="0">
                    <a:prstClr val="black">
                      <a:alpha val="43000"/>
                    </a:prstClr>
                  </a:outerShdw>
                </a:effectLst>
              </a:defRPr>
            </a:lvl1pPr>
          </a:lstStyle>
          <a:p>
            <a:r>
              <a:rPr lang="en-US"/>
              <a:t>Presentation Title</a:t>
            </a:r>
          </a:p>
        </p:txBody>
      </p:sp>
      <p:sp>
        <p:nvSpPr>
          <p:cNvPr id="16" name="Date Placeholder 3">
            <a:extLst>
              <a:ext uri="{FF2B5EF4-FFF2-40B4-BE49-F238E27FC236}">
                <a16:creationId xmlns:a16="http://schemas.microsoft.com/office/drawing/2014/main" id="{9E8578BE-8DB2-4FE6-B45A-2B3415CEE1C4}"/>
              </a:ext>
            </a:extLst>
          </p:cNvPr>
          <p:cNvSpPr>
            <a:spLocks noGrp="1"/>
          </p:cNvSpPr>
          <p:nvPr>
            <p:ph type="dt" sz="half" idx="10"/>
          </p:nvPr>
        </p:nvSpPr>
        <p:spPr>
          <a:xfrm>
            <a:off x="5376668" y="6309360"/>
            <a:ext cx="3411973" cy="457200"/>
          </a:xfrm>
        </p:spPr>
        <p:txBody>
          <a:bodyPr/>
          <a:lstStyle>
            <a:lvl1pPr>
              <a:defRPr>
                <a:solidFill>
                  <a:schemeClr val="tx2"/>
                </a:solidFill>
                <a:effectLst/>
              </a:defRPr>
            </a:lvl1pPr>
          </a:lstStyle>
          <a:p>
            <a:r>
              <a:rPr lang="en-US"/>
              <a:t>9/8/20XX</a:t>
            </a:r>
          </a:p>
        </p:txBody>
      </p:sp>
      <p:sp>
        <p:nvSpPr>
          <p:cNvPr id="18" name="Slide Number Placeholder 5">
            <a:extLst>
              <a:ext uri="{FF2B5EF4-FFF2-40B4-BE49-F238E27FC236}">
                <a16:creationId xmlns:a16="http://schemas.microsoft.com/office/drawing/2014/main" id="{6AF7C96F-C1E5-45F5-B070-2D025E7BD35C}"/>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958457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1048176"/>
            <a:ext cx="5102365" cy="2109353"/>
          </a:xfrm>
        </p:spPr>
        <p:txBody>
          <a:bodyPr anchor="b" anchorCtr="0">
            <a:noAutofit/>
          </a:bodyPr>
          <a:lstStyle>
            <a:lvl1pPr>
              <a:lnSpc>
                <a:spcPct val="100000"/>
              </a:lnSpc>
              <a:defRPr sz="3200">
                <a:solidFill>
                  <a:schemeClr val="bg1"/>
                </a:solidFill>
              </a:defRPr>
            </a:lvl1pPr>
          </a:lstStyle>
          <a:p>
            <a:r>
              <a:rPr lang="en-US">
                <a:solidFill>
                  <a:schemeClr val="bg1"/>
                </a:solidFill>
              </a:rPr>
              <a:t>CLICK TO ADD TITLE</a:t>
            </a:r>
          </a:p>
        </p:txBody>
      </p:sp>
      <p:sp>
        <p:nvSpPr>
          <p:cNvPr id="24" name="Picture Placeholder 21">
            <a:extLst>
              <a:ext uri="{FF2B5EF4-FFF2-40B4-BE49-F238E27FC236}">
                <a16:creationId xmlns:a16="http://schemas.microsoft.com/office/drawing/2014/main" id="{BC2DF568-4EA5-4F79-980F-47FC90AEA129}"/>
              </a:ext>
            </a:extLst>
          </p:cNvPr>
          <p:cNvSpPr>
            <a:spLocks noGrp="1"/>
          </p:cNvSpPr>
          <p:nvPr>
            <p:ph type="pic" sz="quarter" idx="13" hasCustomPrompt="1"/>
          </p:nvPr>
        </p:nvSpPr>
        <p:spPr>
          <a:xfrm>
            <a:off x="1067712" y="3461002"/>
            <a:ext cx="5728215" cy="3396997"/>
          </a:xfrm>
        </p:spPr>
        <p:txBody>
          <a:bodyPr anchor="t"/>
          <a:lstStyle>
            <a:lvl1pPr marL="0" indent="0" algn="ctr">
              <a:buNone/>
              <a:defRPr/>
            </a:lvl1pPr>
          </a:lstStyle>
          <a:p>
            <a:r>
              <a:rPr lang="en-US"/>
              <a:t>Click to add picture</a:t>
            </a:r>
          </a:p>
        </p:txBody>
      </p:sp>
      <p:sp>
        <p:nvSpPr>
          <p:cNvPr id="25" name="Picture Placeholder 21">
            <a:extLst>
              <a:ext uri="{FF2B5EF4-FFF2-40B4-BE49-F238E27FC236}">
                <a16:creationId xmlns:a16="http://schemas.microsoft.com/office/drawing/2014/main" id="{8B745891-A8DA-4640-BB3F-1693FC5AC4AB}"/>
              </a:ext>
            </a:extLst>
          </p:cNvPr>
          <p:cNvSpPr>
            <a:spLocks noGrp="1"/>
          </p:cNvSpPr>
          <p:nvPr>
            <p:ph type="pic" sz="quarter" idx="14" hasCustomPrompt="1"/>
          </p:nvPr>
        </p:nvSpPr>
        <p:spPr>
          <a:xfrm>
            <a:off x="6858023" y="-1"/>
            <a:ext cx="5333977" cy="3396995"/>
          </a:xfrm>
        </p:spPr>
        <p:txBody>
          <a:bodyPr anchor="t"/>
          <a:lstStyle>
            <a:lvl1pPr marL="0" indent="0" algn="ctr">
              <a:buNone/>
              <a:defRPr/>
            </a:lvl1pPr>
          </a:lstStyle>
          <a:p>
            <a:r>
              <a:rPr lang="en-US"/>
              <a:t>Click to add picture</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t">
            <a:normAutofit/>
          </a:bodyPr>
          <a:lstStyle>
            <a:lvl1pPr marL="0" indent="0">
              <a:lnSpc>
                <a:spcPct val="100000"/>
              </a:lnSpc>
              <a:buNone/>
              <a:defRPr sz="2400" b="0"/>
            </a:lvl1pPr>
          </a:lstStyle>
          <a:p>
            <a:r>
              <a:rPr lang="en-US"/>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a:t>9/8/20XX</a:t>
            </a:r>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421976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76671" y="6309360"/>
            <a:ext cx="454961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p>
        </p:txBody>
      </p:sp>
      <p:sp>
        <p:nvSpPr>
          <p:cNvPr id="5" name="Footer Placeholder 4"/>
          <p:cNvSpPr>
            <a:spLocks noGrp="1"/>
          </p:cNvSpPr>
          <p:nvPr>
            <p:ph type="ftr" sz="quarter" idx="3"/>
          </p:nvPr>
        </p:nvSpPr>
        <p:spPr>
          <a:xfrm>
            <a:off x="642918"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1293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dt="0"/>
  <p:txStyles>
    <p:titleStyle>
      <a:lvl1pPr algn="l" defTabSz="914400" rtl="0" eaLnBrk="1" latinLnBrk="0" hangingPunct="1">
        <a:lnSpc>
          <a:spcPct val="15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283464" indent="-285750" algn="l" defTabSz="914400" rtl="0" eaLnBrk="1" latinLnBrk="0" hangingPunct="1">
        <a:lnSpc>
          <a:spcPct val="140000"/>
        </a:lnSpc>
        <a:spcBef>
          <a:spcPts val="930"/>
        </a:spcBef>
        <a:buFont typeface="Wingdings" panose="05000000000000000000" pitchFamily="2" charset="2"/>
        <a:buChar char="§"/>
        <a:defRPr sz="1800" b="1" kern="1200" spc="150" baseline="0">
          <a:solidFill>
            <a:schemeClr val="tx1">
              <a:lumMod val="75000"/>
              <a:lumOff val="25000"/>
            </a:schemeClr>
          </a:solidFill>
          <a:latin typeface="+mn-lt"/>
          <a:ea typeface="+mn-ea"/>
          <a:cs typeface="+mn-cs"/>
        </a:defRPr>
      </a:lvl1pPr>
      <a:lvl2pPr marL="566928" indent="-285750" algn="l" defTabSz="914400" rtl="0" eaLnBrk="1" latinLnBrk="0" hangingPunct="1">
        <a:lnSpc>
          <a:spcPct val="140000"/>
        </a:lnSpc>
        <a:spcBef>
          <a:spcPts val="930"/>
        </a:spcBef>
        <a:buFont typeface="Wingdings" panose="05000000000000000000" pitchFamily="2" charset="2"/>
        <a:buChar char="§"/>
        <a:defRPr sz="1600" i="0" kern="1200" spc="150" baseline="0">
          <a:solidFill>
            <a:schemeClr val="tx1">
              <a:lumMod val="75000"/>
              <a:lumOff val="25000"/>
            </a:schemeClr>
          </a:solidFill>
          <a:latin typeface="+mn-lt"/>
          <a:ea typeface="+mn-ea"/>
          <a:cs typeface="+mn-cs"/>
        </a:defRPr>
      </a:lvl2pPr>
      <a:lvl3pPr marL="850392"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3pPr>
      <a:lvl4pPr marL="1133856"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4pPr>
      <a:lvl5pPr marL="1417320"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a:xfrm>
            <a:off x="7973503" y="1381328"/>
            <a:ext cx="3754671" cy="2856717"/>
          </a:xfrm>
        </p:spPr>
        <p:txBody>
          <a:bodyPr vert="horz" lIns="109728" tIns="109728" rIns="109728" bIns="91440" rtlCol="0" anchor="b">
            <a:normAutofit/>
          </a:bodyPr>
          <a:lstStyle/>
          <a:p>
            <a:r>
              <a:rPr lang="en-US" sz="3600" err="1">
                <a:solidFill>
                  <a:schemeClr val="tx2"/>
                </a:solidFill>
              </a:rPr>
              <a:t>JobCompass</a:t>
            </a:r>
          </a:p>
        </p:txBody>
      </p:sp>
      <p:sp>
        <p:nvSpPr>
          <p:cNvPr id="8" name="Subtitle 7">
            <a:extLst>
              <a:ext uri="{FF2B5EF4-FFF2-40B4-BE49-F238E27FC236}">
                <a16:creationId xmlns:a16="http://schemas.microsoft.com/office/drawing/2014/main" id="{4B0552E2-3F84-4A73-A16B-C54043C663D5}"/>
              </a:ext>
            </a:extLst>
          </p:cNvPr>
          <p:cNvSpPr>
            <a:spLocks noGrp="1"/>
          </p:cNvSpPr>
          <p:nvPr>
            <p:ph type="subTitle" idx="1"/>
          </p:nvPr>
        </p:nvSpPr>
        <p:spPr>
          <a:xfrm>
            <a:off x="7970452" y="4281088"/>
            <a:ext cx="3757723" cy="1698361"/>
          </a:xfrm>
        </p:spPr>
        <p:txBody>
          <a:bodyPr vert="horz" lIns="109728" tIns="109728" rIns="109728" bIns="91440" rtlCol="0" anchor="ctr">
            <a:normAutofit/>
          </a:bodyPr>
          <a:lstStyle/>
          <a:p>
            <a:pPr marL="457200" indent="-457200">
              <a:buAutoNum type="romanUcPeriod"/>
            </a:pPr>
            <a:r>
              <a:rPr lang="en-US" sz="2000" err="1">
                <a:solidFill>
                  <a:schemeClr val="tx2"/>
                </a:solidFill>
              </a:rPr>
              <a:t>Mérföldkő</a:t>
            </a:r>
          </a:p>
        </p:txBody>
      </p:sp>
      <p:pic>
        <p:nvPicPr>
          <p:cNvPr id="4" name="Picture Placeholder 3" descr="Vintage compass">
            <a:extLst>
              <a:ext uri="{FF2B5EF4-FFF2-40B4-BE49-F238E27FC236}">
                <a16:creationId xmlns:a16="http://schemas.microsoft.com/office/drawing/2014/main" id="{E0E8BD0A-2EBE-E46D-EA29-CAADF0076652}"/>
              </a:ext>
            </a:extLst>
          </p:cNvPr>
          <p:cNvPicPr>
            <a:picLocks noGrp="1" noChangeAspect="1"/>
          </p:cNvPicPr>
          <p:nvPr>
            <p:ph type="pic" sz="quarter" idx="13"/>
          </p:nvPr>
        </p:nvPicPr>
        <p:blipFill rotWithShape="1">
          <a:blip r:embed="rId3"/>
          <a:srcRect l="18149" r="-1" b="-1"/>
          <a:stretch/>
        </p:blipFill>
        <p:spPr>
          <a:xfrm>
            <a:off x="-6097" y="1095509"/>
            <a:ext cx="7534656" cy="5016892"/>
          </a:xfrm>
          <a:noFill/>
        </p:spPr>
      </p:pic>
    </p:spTree>
    <p:extLst>
      <p:ext uri="{BB962C8B-B14F-4D97-AF65-F5344CB8AC3E}">
        <p14:creationId xmlns:p14="http://schemas.microsoft.com/office/powerpoint/2010/main" val="3111549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787178" y="1134475"/>
            <a:ext cx="6623040" cy="1288434"/>
          </a:xfrm>
        </p:spPr>
        <p:txBody>
          <a:bodyPr>
            <a:normAutofit/>
          </a:bodyPr>
          <a:lstStyle/>
          <a:p>
            <a:r>
              <a:rPr lang="en-US" err="1"/>
              <a:t>Összefoglaló</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sz="quarter" idx="14"/>
          </p:nvPr>
        </p:nvSpPr>
        <p:spPr>
          <a:xfrm>
            <a:off x="787399" y="2502046"/>
            <a:ext cx="6622819" cy="3039917"/>
          </a:xfrm>
        </p:spPr>
        <p:txBody>
          <a:bodyPr>
            <a:normAutofit lnSpcReduction="10000"/>
          </a:bodyPr>
          <a:lstStyle/>
          <a:p>
            <a:r>
              <a:rPr lang="en-US"/>
              <a:t>Projekt </a:t>
            </a:r>
            <a:r>
              <a:rPr lang="en-US" err="1"/>
              <a:t>bemutatása</a:t>
            </a:r>
            <a:endParaRPr lang="en-US" err="1">
              <a:ea typeface="Meiryo"/>
            </a:endParaRPr>
          </a:p>
          <a:p>
            <a:r>
              <a:rPr lang="en-US" err="1"/>
              <a:t>Költség</a:t>
            </a:r>
            <a:r>
              <a:rPr lang="en-US"/>
              <a:t>- </a:t>
            </a:r>
            <a:r>
              <a:rPr lang="en-US" err="1"/>
              <a:t>és</a:t>
            </a:r>
            <a:r>
              <a:rPr lang="en-US"/>
              <a:t> </a:t>
            </a:r>
            <a:r>
              <a:rPr lang="en-US" err="1"/>
              <a:t>erőforrás-szükségletek</a:t>
            </a:r>
          </a:p>
          <a:p>
            <a:r>
              <a:rPr lang="en-US" err="1">
                <a:solidFill>
                  <a:srgbClr val="404040"/>
                </a:solidFill>
                <a:latin typeface="Meiryo"/>
                <a:ea typeface="Meiryo"/>
                <a:cs typeface="Arial"/>
              </a:rPr>
              <a:t>Szervezeti</a:t>
            </a:r>
            <a:r>
              <a:rPr lang="en-US">
                <a:solidFill>
                  <a:srgbClr val="404040"/>
                </a:solidFill>
                <a:latin typeface="Meiryo"/>
                <a:ea typeface="Meiryo"/>
                <a:cs typeface="Arial"/>
              </a:rPr>
              <a:t> </a:t>
            </a:r>
            <a:r>
              <a:rPr lang="en-US" err="1">
                <a:solidFill>
                  <a:srgbClr val="404040"/>
                </a:solidFill>
                <a:latin typeface="Meiryo"/>
                <a:ea typeface="Meiryo"/>
                <a:cs typeface="Arial"/>
              </a:rPr>
              <a:t>felépítés</a:t>
            </a:r>
            <a:r>
              <a:rPr lang="en-US">
                <a:solidFill>
                  <a:srgbClr val="404040"/>
                </a:solidFill>
                <a:latin typeface="Meiryo"/>
                <a:ea typeface="Meiryo"/>
                <a:cs typeface="Arial"/>
              </a:rPr>
              <a:t> </a:t>
            </a:r>
            <a:r>
              <a:rPr lang="en-US" err="1">
                <a:solidFill>
                  <a:srgbClr val="404040"/>
                </a:solidFill>
                <a:latin typeface="Meiryo"/>
                <a:ea typeface="Meiryo"/>
                <a:cs typeface="Arial"/>
              </a:rPr>
              <a:t>és</a:t>
            </a:r>
            <a:r>
              <a:rPr lang="en-US">
                <a:solidFill>
                  <a:srgbClr val="404040"/>
                </a:solidFill>
                <a:latin typeface="Meiryo"/>
                <a:ea typeface="Meiryo"/>
                <a:cs typeface="Arial"/>
              </a:rPr>
              <a:t> </a:t>
            </a:r>
            <a:r>
              <a:rPr lang="en-US" err="1">
                <a:solidFill>
                  <a:srgbClr val="404040"/>
                </a:solidFill>
                <a:latin typeface="Meiryo"/>
                <a:ea typeface="Meiryo"/>
                <a:cs typeface="Arial"/>
              </a:rPr>
              <a:t>felelősségmegosztás</a:t>
            </a:r>
            <a:endParaRPr lang="en-US" err="1"/>
          </a:p>
          <a:p>
            <a:r>
              <a:rPr lang="en-US">
                <a:ea typeface="Meiryo"/>
              </a:rPr>
              <a:t>A </a:t>
            </a:r>
            <a:r>
              <a:rPr lang="en-US" err="1">
                <a:ea typeface="Meiryo"/>
              </a:rPr>
              <a:t>munka</a:t>
            </a:r>
            <a:r>
              <a:rPr lang="en-US">
                <a:ea typeface="Meiryo"/>
              </a:rPr>
              <a:t> </a:t>
            </a:r>
            <a:r>
              <a:rPr lang="en-US" err="1">
                <a:ea typeface="Meiryo"/>
              </a:rPr>
              <a:t>feltételeiről</a:t>
            </a:r>
          </a:p>
          <a:p>
            <a:r>
              <a:rPr lang="en-US">
                <a:ea typeface="Meiryo"/>
              </a:rPr>
              <a:t>Munka </a:t>
            </a:r>
            <a:r>
              <a:rPr lang="en-US" err="1">
                <a:ea typeface="Meiryo"/>
              </a:rPr>
              <a:t>tartalma</a:t>
            </a:r>
            <a:r>
              <a:rPr lang="en-US">
                <a:ea typeface="Meiryo"/>
              </a:rPr>
              <a:t>, </a:t>
            </a:r>
            <a:r>
              <a:rPr lang="en-US" err="1">
                <a:ea typeface="Meiryo"/>
              </a:rPr>
              <a:t>beosztása</a:t>
            </a:r>
            <a:r>
              <a:rPr lang="en-US">
                <a:ea typeface="Meiryo"/>
              </a:rPr>
              <a:t> </a:t>
            </a:r>
            <a:r>
              <a:rPr lang="en-US" err="1">
                <a:ea typeface="Meiryo"/>
              </a:rPr>
              <a:t>és</a:t>
            </a:r>
            <a:r>
              <a:rPr lang="en-US">
                <a:ea typeface="Meiryo"/>
              </a:rPr>
              <a:t> a Gnatt </a:t>
            </a:r>
            <a:r>
              <a:rPr lang="en-US" err="1">
                <a:ea typeface="Meiryo"/>
              </a:rPr>
              <a:t>diagramm</a:t>
            </a:r>
          </a:p>
          <a:p>
            <a:endParaRPr lang="en-US">
              <a:ea typeface="Meiryo"/>
            </a:endParaRPr>
          </a:p>
        </p:txBody>
      </p:sp>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t="22" b="22"/>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a:lstStyle/>
          <a:p>
            <a:r>
              <a:rPr lang="en-US"/>
              <a:t>JobCompass</a:t>
            </a:r>
            <a:endParaRPr lang="en-US">
              <a:ea typeface="Meiryo"/>
            </a:endParaRPr>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a:t>
            </a:fld>
            <a:endParaRPr lang="en-US"/>
          </a:p>
        </p:txBody>
      </p:sp>
    </p:spTree>
    <p:extLst>
      <p:ext uri="{BB962C8B-B14F-4D97-AF65-F5344CB8AC3E}">
        <p14:creationId xmlns:p14="http://schemas.microsoft.com/office/powerpoint/2010/main" val="331829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EDB7E63-0AD5-451A-9802-48AB1D44E6A8}"/>
              </a:ext>
            </a:extLst>
          </p:cNvPr>
          <p:cNvSpPr>
            <a:spLocks noGrp="1"/>
          </p:cNvSpPr>
          <p:nvPr>
            <p:ph type="title"/>
          </p:nvPr>
        </p:nvSpPr>
        <p:spPr>
          <a:xfrm>
            <a:off x="5205915" y="167463"/>
            <a:ext cx="6457717" cy="1580890"/>
          </a:xfrm>
        </p:spPr>
        <p:txBody>
          <a:bodyPr/>
          <a:lstStyle/>
          <a:p>
            <a:r>
              <a:rPr lang="en-US"/>
              <a:t>A </a:t>
            </a:r>
            <a:r>
              <a:rPr lang="en-US" err="1"/>
              <a:t>projektről</a:t>
            </a:r>
            <a:endParaRPr lang="en-US" err="1">
              <a:ea typeface="Meiryo"/>
            </a:endParaRPr>
          </a:p>
        </p:txBody>
      </p:sp>
      <p:sp>
        <p:nvSpPr>
          <p:cNvPr id="9" name="Content Placeholder 8">
            <a:extLst>
              <a:ext uri="{FF2B5EF4-FFF2-40B4-BE49-F238E27FC236}">
                <a16:creationId xmlns:a16="http://schemas.microsoft.com/office/drawing/2014/main" id="{469D770A-D8B9-4D5E-BB61-CD763E29DC55}"/>
              </a:ext>
            </a:extLst>
          </p:cNvPr>
          <p:cNvSpPr>
            <a:spLocks noGrp="1"/>
          </p:cNvSpPr>
          <p:nvPr>
            <p:ph sz="quarter" idx="15"/>
          </p:nvPr>
        </p:nvSpPr>
        <p:spPr>
          <a:xfrm>
            <a:off x="5205303" y="2353584"/>
            <a:ext cx="6458329" cy="3767496"/>
          </a:xfrm>
        </p:spPr>
        <p:txBody>
          <a:bodyPr>
            <a:normAutofit lnSpcReduction="10000"/>
          </a:bodyPr>
          <a:lstStyle/>
          <a:p>
            <a:pPr marL="285750" indent="-285750">
              <a:buFont typeface="Calibri" panose="05000000000000000000" pitchFamily="2" charset="2"/>
              <a:buChar char="-"/>
            </a:pPr>
            <a:r>
              <a:rPr lang="en-US" err="1">
                <a:ea typeface="Meiryo"/>
              </a:rPr>
              <a:t>Alapvetés</a:t>
            </a:r>
            <a:r>
              <a:rPr lang="en-US">
                <a:ea typeface="Meiryo"/>
              </a:rPr>
              <a:t>: Fiverr </a:t>
            </a:r>
            <a:r>
              <a:rPr lang="en-US" err="1">
                <a:ea typeface="Meiryo"/>
              </a:rPr>
              <a:t>weboldal</a:t>
            </a:r>
          </a:p>
          <a:p>
            <a:pPr marL="852170" lvl="1">
              <a:buFont typeface="Calibri" panose="05000000000000000000" pitchFamily="2" charset="2"/>
              <a:buChar char="-"/>
            </a:pPr>
            <a:r>
              <a:rPr lang="en-US" err="1">
                <a:ea typeface="Meiryo"/>
              </a:rPr>
              <a:t>Specifikáció</a:t>
            </a:r>
            <a:r>
              <a:rPr lang="en-US">
                <a:ea typeface="Meiryo"/>
              </a:rPr>
              <a:t>: </a:t>
            </a:r>
            <a:r>
              <a:rPr lang="en-US" err="1">
                <a:ea typeface="Meiryo"/>
              </a:rPr>
              <a:t>hazai</a:t>
            </a:r>
            <a:r>
              <a:rPr lang="en-US">
                <a:ea typeface="Meiryo"/>
              </a:rPr>
              <a:t> </a:t>
            </a:r>
            <a:r>
              <a:rPr lang="en-US" err="1">
                <a:ea typeface="Meiryo"/>
              </a:rPr>
              <a:t>piac</a:t>
            </a:r>
            <a:r>
              <a:rPr lang="en-US">
                <a:ea typeface="Meiryo"/>
              </a:rPr>
              <a:t>, IT </a:t>
            </a:r>
            <a:r>
              <a:rPr lang="en-US" err="1">
                <a:ea typeface="Meiryo"/>
              </a:rPr>
              <a:t>szektor</a:t>
            </a:r>
          </a:p>
          <a:p>
            <a:pPr marL="285750">
              <a:buFont typeface="Calibri" panose="05000000000000000000" pitchFamily="2" charset="2"/>
              <a:buChar char="-"/>
            </a:pPr>
            <a:r>
              <a:rPr lang="en-US">
                <a:ea typeface="Meiryo"/>
              </a:rPr>
              <a:t> </a:t>
            </a:r>
            <a:r>
              <a:rPr lang="en-US" err="1">
                <a:ea typeface="Meiryo"/>
              </a:rPr>
              <a:t>Időtartam</a:t>
            </a:r>
            <a:r>
              <a:rPr lang="en-US">
                <a:ea typeface="Meiryo"/>
              </a:rPr>
              <a:t>: 2023.09.20. - 2023.12.04.</a:t>
            </a:r>
          </a:p>
          <a:p>
            <a:pPr marL="285750">
              <a:buFont typeface="Calibri" panose="05000000000000000000" pitchFamily="2" charset="2"/>
              <a:buChar char="-"/>
            </a:pPr>
            <a:r>
              <a:rPr lang="en-US">
                <a:ea typeface="Meiryo"/>
              </a:rPr>
              <a:t> </a:t>
            </a:r>
            <a:r>
              <a:rPr lang="en-US" err="1">
                <a:ea typeface="Meiryo"/>
              </a:rPr>
              <a:t>Fejlesztői</a:t>
            </a:r>
            <a:r>
              <a:rPr lang="en-US">
                <a:ea typeface="Meiryo"/>
              </a:rPr>
              <a:t>:</a:t>
            </a:r>
          </a:p>
          <a:p>
            <a:pPr marL="852170" lvl="1">
              <a:buFont typeface="Calibri" panose="05000000000000000000" pitchFamily="2" charset="2"/>
              <a:buChar char="-"/>
            </a:pPr>
            <a:r>
              <a:rPr lang="en-US" sz="800">
                <a:ea typeface="Meiryo"/>
              </a:rPr>
              <a:t>Fodor Döme - </a:t>
            </a:r>
            <a:r>
              <a:rPr lang="en-US" sz="800" err="1">
                <a:ea typeface="Meiryo"/>
              </a:rPr>
              <a:t>Projektmenedzser</a:t>
            </a:r>
            <a:endParaRPr lang="en-US" sz="800">
              <a:ea typeface="Meiryo"/>
            </a:endParaRPr>
          </a:p>
          <a:p>
            <a:pPr marL="852170" lvl="1">
              <a:buFont typeface="Calibri" panose="05000000000000000000" pitchFamily="2" charset="2"/>
              <a:buChar char="-"/>
            </a:pPr>
            <a:r>
              <a:rPr lang="en-US" sz="800">
                <a:ea typeface="Meiryo"/>
              </a:rPr>
              <a:t>Kovács Bence</a:t>
            </a:r>
          </a:p>
          <a:p>
            <a:pPr marL="852170" lvl="1">
              <a:buFont typeface="Calibri" panose="05000000000000000000" pitchFamily="2" charset="2"/>
              <a:buChar char="-"/>
            </a:pPr>
            <a:r>
              <a:rPr lang="en-US" sz="800">
                <a:ea typeface="Meiryo"/>
              </a:rPr>
              <a:t>Kromek Bálint Dániel</a:t>
            </a:r>
          </a:p>
          <a:p>
            <a:pPr marL="852170" lvl="1">
              <a:buFont typeface="Calibri" panose="05000000000000000000" pitchFamily="2" charset="2"/>
              <a:buChar char="-"/>
            </a:pPr>
            <a:r>
              <a:rPr lang="en-US" sz="800">
                <a:ea typeface="Meiryo"/>
              </a:rPr>
              <a:t>Zsemberi Izabella</a:t>
            </a:r>
          </a:p>
          <a:p>
            <a:pPr marL="852170" lvl="1">
              <a:buFont typeface="Calibri" panose="05000000000000000000" pitchFamily="2" charset="2"/>
              <a:buChar char="-"/>
            </a:pPr>
            <a:r>
              <a:rPr lang="en-US" sz="800">
                <a:ea typeface="Meiryo"/>
              </a:rPr>
              <a:t>Nagy Szilvia Kamilla</a:t>
            </a:r>
          </a:p>
          <a:p>
            <a:pPr marL="852170" lvl="1">
              <a:buFont typeface="Calibri" panose="05000000000000000000" pitchFamily="2" charset="2"/>
              <a:buChar char="-"/>
            </a:pPr>
            <a:r>
              <a:rPr lang="en-US" sz="800" err="1">
                <a:ea typeface="Meiryo"/>
              </a:rPr>
              <a:t>Sötét</a:t>
            </a:r>
            <a:r>
              <a:rPr lang="en-US" sz="800">
                <a:ea typeface="Meiryo"/>
              </a:rPr>
              <a:t> Petra</a:t>
            </a:r>
          </a:p>
          <a:p>
            <a:pPr marL="852170" lvl="1">
              <a:buFont typeface="Calibri" panose="05000000000000000000" pitchFamily="2" charset="2"/>
              <a:buChar char="-"/>
            </a:pPr>
            <a:r>
              <a:rPr lang="en-US" sz="800">
                <a:ea typeface="Meiryo"/>
              </a:rPr>
              <a:t>Madai Zsuzsanna Jusztina</a:t>
            </a:r>
          </a:p>
        </p:txBody>
      </p:sp>
      <p:sp>
        <p:nvSpPr>
          <p:cNvPr id="22" name="Footer Placeholder 21">
            <a:extLst>
              <a:ext uri="{FF2B5EF4-FFF2-40B4-BE49-F238E27FC236}">
                <a16:creationId xmlns:a16="http://schemas.microsoft.com/office/drawing/2014/main" id="{A0C89215-7880-40F7-A389-2C9A09EE3692}"/>
              </a:ext>
            </a:extLst>
          </p:cNvPr>
          <p:cNvSpPr>
            <a:spLocks noGrp="1"/>
          </p:cNvSpPr>
          <p:nvPr>
            <p:ph type="ftr" sz="quarter" idx="11"/>
          </p:nvPr>
        </p:nvSpPr>
        <p:spPr>
          <a:xfrm>
            <a:off x="261906" y="6309360"/>
            <a:ext cx="4097030" cy="457200"/>
          </a:xfrm>
        </p:spPr>
        <p:txBody>
          <a:bodyPr/>
          <a:lstStyle/>
          <a:p>
            <a:r>
              <a:rPr lang="en-US"/>
              <a:t>Presentation Title</a:t>
            </a:r>
          </a:p>
        </p:txBody>
      </p:sp>
      <p:sp>
        <p:nvSpPr>
          <p:cNvPr id="23" name="Slide Number Placeholder 22">
            <a:extLst>
              <a:ext uri="{FF2B5EF4-FFF2-40B4-BE49-F238E27FC236}">
                <a16:creationId xmlns:a16="http://schemas.microsoft.com/office/drawing/2014/main" id="{1CFAACA4-65B8-42F6-BCD5-C3D1E8D95F2A}"/>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a:t>
            </a:fld>
            <a:endParaRPr lang="en-US"/>
          </a:p>
        </p:txBody>
      </p:sp>
      <p:pic>
        <p:nvPicPr>
          <p:cNvPr id="2" name="Picture Placeholder 1" descr="Fiverr - Freelance Services Marketplace">
            <a:extLst>
              <a:ext uri="{FF2B5EF4-FFF2-40B4-BE49-F238E27FC236}">
                <a16:creationId xmlns:a16="http://schemas.microsoft.com/office/drawing/2014/main" id="{23C11E8B-6BFD-917A-A9AD-27442A22900E}"/>
              </a:ext>
            </a:extLst>
          </p:cNvPr>
          <p:cNvPicPr>
            <a:picLocks noGrp="1" noChangeAspect="1"/>
          </p:cNvPicPr>
          <p:nvPr>
            <p:ph type="pic" sz="quarter" idx="13"/>
          </p:nvPr>
        </p:nvPicPr>
        <p:blipFill>
          <a:blip r:embed="rId3"/>
          <a:srcRect l="14354" r="14354"/>
          <a:stretch/>
        </p:blipFill>
        <p:spPr>
          <a:xfrm>
            <a:off x="0" y="8860"/>
            <a:ext cx="4613548" cy="3396994"/>
          </a:xfrm>
        </p:spPr>
      </p:pic>
      <p:pic>
        <p:nvPicPr>
          <p:cNvPr id="4" name="Picture Placeholder 3" descr="Freelance work marketplace Fiverr said to be seeking IPO at $1 billion  valuation | The Times of Israel">
            <a:extLst>
              <a:ext uri="{FF2B5EF4-FFF2-40B4-BE49-F238E27FC236}">
                <a16:creationId xmlns:a16="http://schemas.microsoft.com/office/drawing/2014/main" id="{0E1BAF7B-F699-1FBC-698E-E05B5BF1E3B9}"/>
              </a:ext>
            </a:extLst>
          </p:cNvPr>
          <p:cNvPicPr>
            <a:picLocks noGrp="1" noChangeAspect="1"/>
          </p:cNvPicPr>
          <p:nvPr>
            <p:ph type="pic" sz="quarter" idx="14"/>
          </p:nvPr>
        </p:nvPicPr>
        <p:blipFill>
          <a:blip r:embed="rId4"/>
          <a:srcRect l="7571" r="7571"/>
          <a:stretch/>
        </p:blipFill>
        <p:spPr/>
      </p:pic>
    </p:spTree>
    <p:extLst>
      <p:ext uri="{BB962C8B-B14F-4D97-AF65-F5344CB8AC3E}">
        <p14:creationId xmlns:p14="http://schemas.microsoft.com/office/powerpoint/2010/main" val="1109332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31CEB84-49DC-40A9-B2F0-D573658AE999}"/>
              </a:ext>
            </a:extLst>
          </p:cNvPr>
          <p:cNvSpPr>
            <a:spLocks noGrp="1"/>
          </p:cNvSpPr>
          <p:nvPr>
            <p:ph type="title"/>
          </p:nvPr>
        </p:nvSpPr>
        <p:spPr/>
        <p:txBody>
          <a:bodyPr/>
          <a:lstStyle/>
          <a:p>
            <a:r>
              <a:rPr lang="en-US" sz="2800" err="1"/>
              <a:t>Rendszerspecifikációk</a:t>
            </a:r>
            <a:r>
              <a:rPr lang="en-US" sz="2800"/>
              <a:t> </a:t>
            </a:r>
            <a:r>
              <a:rPr lang="en-US" sz="2800" err="1"/>
              <a:t>és</a:t>
            </a:r>
            <a:r>
              <a:rPr lang="en-US" sz="2800"/>
              <a:t> </a:t>
            </a:r>
            <a:r>
              <a:rPr lang="en-US" sz="2800" err="1"/>
              <a:t>követelmények</a:t>
            </a:r>
            <a:endParaRPr lang="en-US" sz="2800" err="1">
              <a:ea typeface="Meiryo"/>
            </a:endParaRPr>
          </a:p>
        </p:txBody>
      </p:sp>
      <p:sp>
        <p:nvSpPr>
          <p:cNvPr id="15" name="Subtitle 14">
            <a:extLst>
              <a:ext uri="{FF2B5EF4-FFF2-40B4-BE49-F238E27FC236}">
                <a16:creationId xmlns:a16="http://schemas.microsoft.com/office/drawing/2014/main" id="{B7886DF7-FA3D-4AD1-AEC1-578EA3AC8C7D}"/>
              </a:ext>
            </a:extLst>
          </p:cNvPr>
          <p:cNvSpPr>
            <a:spLocks noGrp="1"/>
          </p:cNvSpPr>
          <p:nvPr>
            <p:ph sz="quarter" idx="14"/>
          </p:nvPr>
        </p:nvSpPr>
        <p:spPr/>
        <p:txBody>
          <a:bodyPr/>
          <a:lstStyle/>
          <a:p>
            <a:pPr marL="342900" indent="-342900">
              <a:buFont typeface="Calibri" panose="05000000000000000000" pitchFamily="2" charset="2"/>
              <a:buChar char="-"/>
            </a:pPr>
            <a:r>
              <a:rPr lang="en-US" err="1">
                <a:ea typeface="Meiryo"/>
              </a:rPr>
              <a:t>Alapvető</a:t>
            </a:r>
            <a:r>
              <a:rPr lang="en-US">
                <a:ea typeface="Meiryo"/>
              </a:rPr>
              <a:t> </a:t>
            </a:r>
            <a:r>
              <a:rPr lang="en-US" err="1">
                <a:ea typeface="Meiryo"/>
              </a:rPr>
              <a:t>cél</a:t>
            </a:r>
            <a:r>
              <a:rPr lang="en-US">
                <a:ea typeface="Meiryo"/>
              </a:rPr>
              <a:t>: </a:t>
            </a:r>
          </a:p>
          <a:p>
            <a:pPr marL="909320" lvl="1" indent="-342900">
              <a:buFont typeface="Calibri" panose="05000000000000000000" pitchFamily="2" charset="2"/>
              <a:buChar char="-"/>
            </a:pPr>
            <a:r>
              <a:rPr lang="en-US" err="1">
                <a:ea typeface="Meiryo"/>
              </a:rPr>
              <a:t>Ügyfél</a:t>
            </a:r>
            <a:r>
              <a:rPr lang="en-US">
                <a:ea typeface="Meiryo"/>
              </a:rPr>
              <a:t>: </a:t>
            </a:r>
            <a:r>
              <a:rPr lang="en-US" err="1">
                <a:ea typeface="Meiryo"/>
              </a:rPr>
              <a:t>munkát</a:t>
            </a:r>
            <a:r>
              <a:rPr lang="en-US">
                <a:ea typeface="Meiryo"/>
              </a:rPr>
              <a:t> </a:t>
            </a:r>
            <a:r>
              <a:rPr lang="en-US" err="1">
                <a:ea typeface="Meiryo"/>
              </a:rPr>
              <a:t>válllal</a:t>
            </a:r>
            <a:r>
              <a:rPr lang="en-US">
                <a:ea typeface="Meiryo"/>
              </a:rPr>
              <a:t> </a:t>
            </a:r>
            <a:r>
              <a:rPr lang="en-US" err="1">
                <a:ea typeface="Meiryo"/>
              </a:rPr>
              <a:t>és</a:t>
            </a:r>
            <a:r>
              <a:rPr lang="en-US">
                <a:ea typeface="Meiryo"/>
              </a:rPr>
              <a:t>/</a:t>
            </a:r>
            <a:r>
              <a:rPr lang="en-US" err="1">
                <a:ea typeface="Meiryo"/>
              </a:rPr>
              <a:t>vagy</a:t>
            </a:r>
            <a:r>
              <a:rPr lang="en-US">
                <a:ea typeface="Meiryo"/>
              </a:rPr>
              <a:t> </a:t>
            </a:r>
            <a:r>
              <a:rPr lang="en-US" err="1">
                <a:ea typeface="Meiryo"/>
              </a:rPr>
              <a:t>munkaerőt</a:t>
            </a:r>
            <a:r>
              <a:rPr lang="en-US">
                <a:ea typeface="Meiryo"/>
              </a:rPr>
              <a:t> </a:t>
            </a:r>
            <a:r>
              <a:rPr lang="en-US" err="1">
                <a:ea typeface="Meiryo"/>
              </a:rPr>
              <a:t>keres</a:t>
            </a:r>
          </a:p>
          <a:p>
            <a:pPr marL="1193165" lvl="2" indent="-283210">
              <a:buFont typeface="Calibri" panose="05000000000000000000" pitchFamily="2" charset="2"/>
              <a:buChar char="-"/>
            </a:pPr>
            <a:r>
              <a:rPr lang="en-US" err="1">
                <a:ea typeface="Meiryo"/>
              </a:rPr>
              <a:t>Hatékony</a:t>
            </a:r>
            <a:r>
              <a:rPr lang="en-US">
                <a:ea typeface="Meiryo"/>
              </a:rPr>
              <a:t> </a:t>
            </a:r>
            <a:r>
              <a:rPr lang="en-US" err="1">
                <a:ea typeface="Meiryo"/>
              </a:rPr>
              <a:t>keresés</a:t>
            </a:r>
            <a:r>
              <a:rPr lang="en-US">
                <a:ea typeface="Meiryo"/>
              </a:rPr>
              <a:t>, </a:t>
            </a:r>
            <a:r>
              <a:rPr lang="en-US" err="1">
                <a:ea typeface="Meiryo"/>
              </a:rPr>
              <a:t>átláthatóság</a:t>
            </a:r>
          </a:p>
          <a:p>
            <a:pPr marL="1193165" lvl="2" indent="-283210">
              <a:buFont typeface="Calibri" panose="05000000000000000000" pitchFamily="2" charset="2"/>
              <a:buChar char="-"/>
            </a:pPr>
            <a:r>
              <a:rPr lang="en-US" err="1">
                <a:ea typeface="Meiryo"/>
              </a:rPr>
              <a:t>Munkaerő</a:t>
            </a:r>
            <a:r>
              <a:rPr lang="en-US">
                <a:ea typeface="Meiryo"/>
              </a:rPr>
              <a:t> </a:t>
            </a:r>
            <a:r>
              <a:rPr lang="en-US" err="1">
                <a:ea typeface="Meiryo"/>
              </a:rPr>
              <a:t>rendezése</a:t>
            </a:r>
            <a:r>
              <a:rPr lang="en-US">
                <a:ea typeface="Meiryo"/>
              </a:rPr>
              <a:t> </a:t>
            </a:r>
            <a:r>
              <a:rPr lang="en-US" err="1">
                <a:ea typeface="Meiryo"/>
              </a:rPr>
              <a:t>kategorikusan</a:t>
            </a:r>
            <a:r>
              <a:rPr lang="en-US">
                <a:ea typeface="Meiryo"/>
              </a:rPr>
              <a:t> </a:t>
            </a:r>
          </a:p>
          <a:p>
            <a:pPr marL="1193165" lvl="2" indent="-283210">
              <a:buFont typeface="Calibri" panose="05000000000000000000" pitchFamily="2" charset="2"/>
              <a:buChar char="-"/>
            </a:pPr>
            <a:r>
              <a:rPr lang="en-US" err="1">
                <a:ea typeface="Meiryo"/>
              </a:rPr>
              <a:t>Ügyfelek</a:t>
            </a:r>
            <a:r>
              <a:rPr lang="en-US">
                <a:ea typeface="Meiryo"/>
              </a:rPr>
              <a:t> </a:t>
            </a:r>
            <a:r>
              <a:rPr lang="en-US" err="1">
                <a:ea typeface="Meiryo"/>
              </a:rPr>
              <a:t>közti</a:t>
            </a:r>
            <a:r>
              <a:rPr lang="en-US">
                <a:ea typeface="Meiryo"/>
              </a:rPr>
              <a:t> </a:t>
            </a:r>
            <a:r>
              <a:rPr lang="en-US" err="1">
                <a:ea typeface="Meiryo"/>
              </a:rPr>
              <a:t>kommunikáció</a:t>
            </a:r>
            <a:r>
              <a:rPr lang="en-US">
                <a:ea typeface="Meiryo"/>
              </a:rPr>
              <a:t> (</a:t>
            </a:r>
            <a:r>
              <a:rPr lang="en-US" err="1">
                <a:ea typeface="Meiryo"/>
              </a:rPr>
              <a:t>üzenetek</a:t>
            </a:r>
            <a:r>
              <a:rPr lang="en-US">
                <a:ea typeface="Meiryo"/>
              </a:rPr>
              <a:t>)</a:t>
            </a:r>
          </a:p>
          <a:p>
            <a:pPr marL="909320" lvl="1" indent="-342900">
              <a:buFont typeface="Calibri" panose="05000000000000000000" pitchFamily="2" charset="2"/>
              <a:buChar char="-"/>
            </a:pPr>
            <a:endParaRPr lang="en-US">
              <a:ea typeface="Meiryo"/>
            </a:endParaRPr>
          </a:p>
        </p:txBody>
      </p:sp>
      <p:pic>
        <p:nvPicPr>
          <p:cNvPr id="6" name="Picture Placeholder 5" descr="Abstract background of glass spheres connected">
            <a:extLst>
              <a:ext uri="{FF2B5EF4-FFF2-40B4-BE49-F238E27FC236}">
                <a16:creationId xmlns:a16="http://schemas.microsoft.com/office/drawing/2014/main" id="{DEA301FC-4AD2-9101-81E9-D73B7B6D2A0E}"/>
              </a:ext>
            </a:extLst>
          </p:cNvPr>
          <p:cNvPicPr>
            <a:picLocks noGrp="1" noChangeAspect="1"/>
          </p:cNvPicPr>
          <p:nvPr>
            <p:ph type="pic" sz="quarter" idx="13"/>
          </p:nvPr>
        </p:nvPicPr>
        <p:blipFill>
          <a:blip r:embed="rId3"/>
          <a:srcRect l="27681" r="27681"/>
          <a:stretch/>
        </p:blipFill>
        <p:spPr/>
      </p:pic>
    </p:spTree>
    <p:extLst>
      <p:ext uri="{BB962C8B-B14F-4D97-AF65-F5344CB8AC3E}">
        <p14:creationId xmlns:p14="http://schemas.microsoft.com/office/powerpoint/2010/main" val="2779792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5B82C-34BA-0E11-574E-CDC44C03BC59}"/>
              </a:ext>
            </a:extLst>
          </p:cNvPr>
          <p:cNvSpPr>
            <a:spLocks noGrp="1"/>
          </p:cNvSpPr>
          <p:nvPr>
            <p:ph type="title"/>
          </p:nvPr>
        </p:nvSpPr>
        <p:spPr>
          <a:xfrm>
            <a:off x="787178" y="1134475"/>
            <a:ext cx="6910587" cy="1288434"/>
          </a:xfrm>
        </p:spPr>
        <p:txBody>
          <a:bodyPr/>
          <a:lstStyle/>
          <a:p>
            <a:r>
              <a:rPr lang="en-GB" err="1">
                <a:ea typeface="Meiryo"/>
              </a:rPr>
              <a:t>Funkcionális</a:t>
            </a:r>
            <a:r>
              <a:rPr lang="en-GB">
                <a:ea typeface="Meiryo"/>
              </a:rPr>
              <a:t> </a:t>
            </a:r>
            <a:r>
              <a:rPr lang="en-GB" err="1">
                <a:ea typeface="Meiryo"/>
              </a:rPr>
              <a:t>követelmények</a:t>
            </a:r>
            <a:endParaRPr lang="en-GB" err="1"/>
          </a:p>
        </p:txBody>
      </p:sp>
      <p:sp>
        <p:nvSpPr>
          <p:cNvPr id="3" name="Content Placeholder 2">
            <a:extLst>
              <a:ext uri="{FF2B5EF4-FFF2-40B4-BE49-F238E27FC236}">
                <a16:creationId xmlns:a16="http://schemas.microsoft.com/office/drawing/2014/main" id="{14C80848-7EFD-9FDA-B177-15CE0FF80175}"/>
              </a:ext>
            </a:extLst>
          </p:cNvPr>
          <p:cNvSpPr>
            <a:spLocks noGrp="1"/>
          </p:cNvSpPr>
          <p:nvPr>
            <p:ph sz="quarter" idx="14"/>
          </p:nvPr>
        </p:nvSpPr>
        <p:spPr/>
        <p:txBody>
          <a:bodyPr>
            <a:normAutofit fontScale="85000" lnSpcReduction="10000"/>
          </a:bodyPr>
          <a:lstStyle/>
          <a:p>
            <a:pPr marL="342900" indent="-342900">
              <a:buFont typeface="Calibri" panose="05000000000000000000" pitchFamily="2" charset="2"/>
              <a:buChar char="-"/>
            </a:pPr>
            <a:r>
              <a:rPr lang="en-GB" err="1">
                <a:ea typeface="Meiryo"/>
              </a:rPr>
              <a:t>Keresés</a:t>
            </a:r>
            <a:r>
              <a:rPr lang="en-GB">
                <a:ea typeface="Meiryo"/>
              </a:rPr>
              <a:t> </a:t>
            </a:r>
            <a:r>
              <a:rPr lang="en-GB" err="1">
                <a:ea typeface="Meiryo"/>
              </a:rPr>
              <a:t>kezelése</a:t>
            </a:r>
          </a:p>
          <a:p>
            <a:pPr marL="342900" indent="-342900">
              <a:buFont typeface="Calibri" panose="05000000000000000000" pitchFamily="2" charset="2"/>
              <a:buChar char="-"/>
            </a:pPr>
            <a:r>
              <a:rPr lang="en-GB" err="1">
                <a:ea typeface="Meiryo"/>
              </a:rPr>
              <a:t>Felhasználók</a:t>
            </a:r>
            <a:r>
              <a:rPr lang="en-GB">
                <a:ea typeface="Meiryo"/>
              </a:rPr>
              <a:t>, </a:t>
            </a:r>
            <a:r>
              <a:rPr lang="en-GB" err="1">
                <a:ea typeface="Meiryo"/>
              </a:rPr>
              <a:t>munkamenet</a:t>
            </a:r>
            <a:r>
              <a:rPr lang="en-GB">
                <a:ea typeface="Meiryo"/>
              </a:rPr>
              <a:t> </a:t>
            </a:r>
            <a:r>
              <a:rPr lang="en-GB" err="1">
                <a:ea typeface="Meiryo"/>
              </a:rPr>
              <a:t>és</a:t>
            </a:r>
            <a:r>
              <a:rPr lang="en-GB">
                <a:ea typeface="Meiryo"/>
              </a:rPr>
              <a:t> </a:t>
            </a:r>
            <a:r>
              <a:rPr lang="en-GB" err="1">
                <a:ea typeface="Meiryo"/>
              </a:rPr>
              <a:t>jogosultságok</a:t>
            </a:r>
            <a:r>
              <a:rPr lang="en-GB">
                <a:ea typeface="Meiryo"/>
              </a:rPr>
              <a:t> </a:t>
            </a:r>
            <a:r>
              <a:rPr lang="en-GB" err="1">
                <a:ea typeface="Meiryo"/>
              </a:rPr>
              <a:t>kezelése</a:t>
            </a:r>
            <a:endParaRPr lang="en-GB">
              <a:ea typeface="Meiryo"/>
            </a:endParaRPr>
          </a:p>
          <a:p>
            <a:pPr marL="342900" indent="-342900">
              <a:buFont typeface="Calibri" panose="05000000000000000000" pitchFamily="2" charset="2"/>
              <a:buChar char="-"/>
            </a:pPr>
            <a:r>
              <a:rPr lang="en-GB" err="1">
                <a:ea typeface="Meiryo"/>
              </a:rPr>
              <a:t>Személyes</a:t>
            </a:r>
            <a:r>
              <a:rPr lang="en-GB">
                <a:ea typeface="Meiryo"/>
              </a:rPr>
              <a:t> </a:t>
            </a:r>
            <a:r>
              <a:rPr lang="en-GB" err="1">
                <a:ea typeface="Meiryo"/>
              </a:rPr>
              <a:t>információk</a:t>
            </a:r>
            <a:r>
              <a:rPr lang="en-GB">
                <a:ea typeface="Meiryo"/>
              </a:rPr>
              <a:t>, </a:t>
            </a:r>
            <a:r>
              <a:rPr lang="en-GB" err="1">
                <a:ea typeface="Meiryo"/>
              </a:rPr>
              <a:t>leírások</a:t>
            </a:r>
            <a:r>
              <a:rPr lang="en-GB">
                <a:ea typeface="Meiryo"/>
              </a:rPr>
              <a:t> </a:t>
            </a:r>
            <a:r>
              <a:rPr lang="en-GB" err="1">
                <a:ea typeface="Meiryo"/>
              </a:rPr>
              <a:t>kezelése</a:t>
            </a:r>
          </a:p>
          <a:p>
            <a:pPr marL="342900" indent="-342900">
              <a:buFont typeface="Calibri" panose="05000000000000000000" pitchFamily="2" charset="2"/>
              <a:buChar char="-"/>
            </a:pPr>
            <a:r>
              <a:rPr lang="en-GB" err="1">
                <a:ea typeface="Meiryo"/>
              </a:rPr>
              <a:t>Üzenetváltások</a:t>
            </a:r>
            <a:r>
              <a:rPr lang="en-GB">
                <a:ea typeface="Meiryo"/>
              </a:rPr>
              <a:t> </a:t>
            </a:r>
            <a:r>
              <a:rPr lang="en-GB" err="1">
                <a:ea typeface="Meiryo"/>
              </a:rPr>
              <a:t>kezelése</a:t>
            </a:r>
          </a:p>
          <a:p>
            <a:pPr marL="342900" indent="-342900">
              <a:buFont typeface="Calibri" panose="05000000000000000000" pitchFamily="2" charset="2"/>
              <a:buChar char="-"/>
            </a:pPr>
            <a:r>
              <a:rPr lang="en-GB">
                <a:ea typeface="Meiryo"/>
              </a:rPr>
              <a:t>A </a:t>
            </a:r>
            <a:r>
              <a:rPr lang="en-GB" err="1">
                <a:ea typeface="Meiryo"/>
              </a:rPr>
              <a:t>munkaerő</a:t>
            </a:r>
            <a:r>
              <a:rPr lang="en-GB">
                <a:ea typeface="Meiryo"/>
              </a:rPr>
              <a:t> tag-</a:t>
            </a:r>
            <a:r>
              <a:rPr lang="en-GB" err="1">
                <a:ea typeface="Meiryo"/>
              </a:rPr>
              <a:t>ekkel</a:t>
            </a:r>
            <a:r>
              <a:rPr lang="en-GB">
                <a:ea typeface="Meiryo"/>
              </a:rPr>
              <a:t> </a:t>
            </a:r>
            <a:r>
              <a:rPr lang="en-GB" err="1">
                <a:ea typeface="Meiryo"/>
              </a:rPr>
              <a:t>való</a:t>
            </a:r>
            <a:r>
              <a:rPr lang="en-GB">
                <a:ea typeface="Meiryo"/>
              </a:rPr>
              <a:t> </a:t>
            </a:r>
            <a:r>
              <a:rPr lang="en-GB" err="1">
                <a:ea typeface="Meiryo"/>
              </a:rPr>
              <a:t>rendezése</a:t>
            </a:r>
            <a:r>
              <a:rPr lang="en-GB">
                <a:ea typeface="Meiryo"/>
              </a:rPr>
              <a:t> </a:t>
            </a:r>
            <a:r>
              <a:rPr lang="en-GB" err="1">
                <a:ea typeface="Meiryo"/>
              </a:rPr>
              <a:t>és</a:t>
            </a:r>
            <a:r>
              <a:rPr lang="en-GB">
                <a:ea typeface="Meiryo"/>
              </a:rPr>
              <a:t> </a:t>
            </a:r>
            <a:r>
              <a:rPr lang="en-GB" err="1">
                <a:ea typeface="Meiryo"/>
              </a:rPr>
              <a:t>ezek</a:t>
            </a:r>
            <a:r>
              <a:rPr lang="en-GB">
                <a:ea typeface="Meiryo"/>
              </a:rPr>
              <a:t> </a:t>
            </a:r>
            <a:r>
              <a:rPr lang="en-GB" err="1">
                <a:ea typeface="Meiryo"/>
              </a:rPr>
              <a:t>tárolása</a:t>
            </a:r>
          </a:p>
          <a:p>
            <a:pPr marL="342900" indent="-342900">
              <a:buFont typeface="Calibri" panose="05000000000000000000" pitchFamily="2" charset="2"/>
              <a:buChar char="-"/>
            </a:pPr>
            <a:endParaRPr lang="en-GB">
              <a:ea typeface="Meiryo"/>
            </a:endParaRPr>
          </a:p>
        </p:txBody>
      </p:sp>
      <p:pic>
        <p:nvPicPr>
          <p:cNvPr id="7" name="Picture Placeholder 6" descr="Abstract background of simple node and mesh">
            <a:extLst>
              <a:ext uri="{FF2B5EF4-FFF2-40B4-BE49-F238E27FC236}">
                <a16:creationId xmlns:a16="http://schemas.microsoft.com/office/drawing/2014/main" id="{62466B03-7932-B232-2915-0B2F4EB474AD}"/>
              </a:ext>
            </a:extLst>
          </p:cNvPr>
          <p:cNvPicPr>
            <a:picLocks noGrp="1" noChangeAspect="1"/>
          </p:cNvPicPr>
          <p:nvPr>
            <p:ph type="pic" sz="quarter" idx="13"/>
          </p:nvPr>
        </p:nvPicPr>
        <p:blipFill>
          <a:blip r:embed="rId2"/>
          <a:srcRect l="27681" r="27681"/>
          <a:stretch/>
        </p:blipFill>
        <p:spPr/>
      </p:pic>
      <p:sp>
        <p:nvSpPr>
          <p:cNvPr id="5" name="Footer Placeholder 4">
            <a:extLst>
              <a:ext uri="{FF2B5EF4-FFF2-40B4-BE49-F238E27FC236}">
                <a16:creationId xmlns:a16="http://schemas.microsoft.com/office/drawing/2014/main" id="{E0225BAF-5CEA-1F11-3F6C-1A86A8EFFB63}"/>
              </a:ext>
            </a:extLst>
          </p:cNvPr>
          <p:cNvSpPr>
            <a:spLocks noGrp="1"/>
          </p:cNvSpPr>
          <p:nvPr>
            <p:ph type="ftr" sz="quarter" idx="11"/>
          </p:nvPr>
        </p:nvSpPr>
        <p:spPr/>
        <p:txBody>
          <a:bodyPr/>
          <a:lstStyle/>
          <a:p>
            <a:r>
              <a:rPr lang="en-US"/>
              <a:t>JobCompass</a:t>
            </a:r>
          </a:p>
        </p:txBody>
      </p:sp>
      <p:sp>
        <p:nvSpPr>
          <p:cNvPr id="6" name="Slide Number Placeholder 5">
            <a:extLst>
              <a:ext uri="{FF2B5EF4-FFF2-40B4-BE49-F238E27FC236}">
                <a16:creationId xmlns:a16="http://schemas.microsoft.com/office/drawing/2014/main" id="{2006B92A-A486-D121-2EF6-4021F02C9444}"/>
              </a:ext>
            </a:extLst>
          </p:cNvPr>
          <p:cNvSpPr>
            <a:spLocks noGrp="1"/>
          </p:cNvSpPr>
          <p:nvPr>
            <p:ph type="sldNum" sz="quarter" idx="12"/>
          </p:nvPr>
        </p:nvSpPr>
        <p:spPr/>
        <p:txBody>
          <a:bodyPr/>
          <a:lstStyle/>
          <a:p>
            <a:fld id="{FAEF9944-A4F6-4C59-AEBD-678D6480B8EA}" type="slidenum">
              <a:rPr lang="en-US" smtClean="0"/>
              <a:t>5</a:t>
            </a:fld>
            <a:endParaRPr lang="en-US"/>
          </a:p>
        </p:txBody>
      </p:sp>
    </p:spTree>
    <p:extLst>
      <p:ext uri="{BB962C8B-B14F-4D97-AF65-F5344CB8AC3E}">
        <p14:creationId xmlns:p14="http://schemas.microsoft.com/office/powerpoint/2010/main" val="784383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669A-A103-E12C-0AAF-532D38C29B20}"/>
              </a:ext>
            </a:extLst>
          </p:cNvPr>
          <p:cNvSpPr>
            <a:spLocks noGrp="1"/>
          </p:cNvSpPr>
          <p:nvPr>
            <p:ph type="title"/>
          </p:nvPr>
        </p:nvSpPr>
        <p:spPr>
          <a:xfrm>
            <a:off x="384612" y="1321381"/>
            <a:ext cx="6623040" cy="1288434"/>
          </a:xfrm>
        </p:spPr>
        <p:txBody>
          <a:bodyPr/>
          <a:lstStyle/>
          <a:p>
            <a:r>
              <a:rPr lang="en-GB">
                <a:ea typeface="Meiryo"/>
              </a:rPr>
              <a:t>Nem </a:t>
            </a:r>
            <a:r>
              <a:rPr lang="en-GB" err="1">
                <a:ea typeface="Meiryo"/>
              </a:rPr>
              <a:t>funkcionális</a:t>
            </a:r>
            <a:r>
              <a:rPr lang="en-GB">
                <a:ea typeface="Meiryo"/>
              </a:rPr>
              <a:t> </a:t>
            </a:r>
            <a:r>
              <a:rPr lang="en-GB" err="1">
                <a:ea typeface="Meiryo"/>
              </a:rPr>
              <a:t>követelmények</a:t>
            </a:r>
            <a:endParaRPr lang="en-GB" err="1"/>
          </a:p>
        </p:txBody>
      </p:sp>
      <p:sp>
        <p:nvSpPr>
          <p:cNvPr id="3" name="Content Placeholder 2">
            <a:extLst>
              <a:ext uri="{FF2B5EF4-FFF2-40B4-BE49-F238E27FC236}">
                <a16:creationId xmlns:a16="http://schemas.microsoft.com/office/drawing/2014/main" id="{AD332740-3360-FFF8-9AA6-FA72BE2C1C53}"/>
              </a:ext>
            </a:extLst>
          </p:cNvPr>
          <p:cNvSpPr>
            <a:spLocks noGrp="1"/>
          </p:cNvSpPr>
          <p:nvPr>
            <p:ph sz="quarter" idx="14"/>
          </p:nvPr>
        </p:nvSpPr>
        <p:spPr/>
        <p:txBody>
          <a:bodyPr>
            <a:normAutofit fontScale="85000" lnSpcReduction="10000"/>
          </a:bodyPr>
          <a:lstStyle/>
          <a:p>
            <a:pPr marL="342900" indent="-342900">
              <a:buFont typeface="Calibri" panose="05000000000000000000" pitchFamily="2" charset="2"/>
              <a:buChar char="-"/>
            </a:pPr>
            <a:r>
              <a:rPr lang="en-GB" err="1">
                <a:ea typeface="Meiryo"/>
              </a:rPr>
              <a:t>Reszponzív</a:t>
            </a:r>
            <a:r>
              <a:rPr lang="en-GB">
                <a:ea typeface="Meiryo"/>
              </a:rPr>
              <a:t>, </a:t>
            </a:r>
            <a:r>
              <a:rPr lang="en-GB" err="1">
                <a:ea typeface="Meiryo"/>
              </a:rPr>
              <a:t>funkciónális</a:t>
            </a:r>
            <a:r>
              <a:rPr lang="en-GB">
                <a:ea typeface="Meiryo"/>
              </a:rPr>
              <a:t> modern </a:t>
            </a:r>
            <a:r>
              <a:rPr lang="en-GB" err="1">
                <a:ea typeface="Meiryo"/>
              </a:rPr>
              <a:t>megjelenés</a:t>
            </a:r>
            <a:r>
              <a:rPr lang="en-GB">
                <a:ea typeface="Meiryo"/>
              </a:rPr>
              <a:t> </a:t>
            </a:r>
            <a:endParaRPr lang="en-GB" err="1">
              <a:ea typeface="Meiryo"/>
            </a:endParaRPr>
          </a:p>
          <a:p>
            <a:pPr marL="342900" indent="-342900">
              <a:buFont typeface="Calibri" panose="05000000000000000000" pitchFamily="2" charset="2"/>
              <a:buChar char="-"/>
            </a:pPr>
            <a:r>
              <a:rPr lang="en-GB" err="1">
                <a:ea typeface="Meiryo"/>
              </a:rPr>
              <a:t>Adatbiztonság</a:t>
            </a:r>
            <a:endParaRPr lang="en-GB">
              <a:ea typeface="Meiryo"/>
            </a:endParaRPr>
          </a:p>
          <a:p>
            <a:pPr marL="342900" indent="-342900">
              <a:buFont typeface="Calibri" panose="05000000000000000000" pitchFamily="2" charset="2"/>
              <a:buChar char="-"/>
            </a:pPr>
            <a:r>
              <a:rPr lang="en-GB" err="1">
                <a:ea typeface="Meiryo"/>
              </a:rPr>
              <a:t>Könnyű</a:t>
            </a:r>
            <a:r>
              <a:rPr lang="en-GB">
                <a:ea typeface="Meiryo"/>
              </a:rPr>
              <a:t> </a:t>
            </a:r>
            <a:r>
              <a:rPr lang="en-GB" err="1">
                <a:ea typeface="Meiryo"/>
              </a:rPr>
              <a:t>kezelhetőség</a:t>
            </a:r>
            <a:r>
              <a:rPr lang="en-GB">
                <a:ea typeface="Meiryo"/>
              </a:rPr>
              <a:t>, </a:t>
            </a:r>
            <a:r>
              <a:rPr lang="en-GB" err="1">
                <a:ea typeface="Meiryo"/>
              </a:rPr>
              <a:t>átláthatóság</a:t>
            </a:r>
          </a:p>
          <a:p>
            <a:pPr marL="342900" indent="-342900">
              <a:buFont typeface="Calibri" panose="05000000000000000000" pitchFamily="2" charset="2"/>
              <a:buChar char="-"/>
            </a:pPr>
            <a:r>
              <a:rPr lang="en-GB" err="1">
                <a:ea typeface="Meiryo"/>
              </a:rPr>
              <a:t>Kliens</a:t>
            </a:r>
            <a:r>
              <a:rPr lang="en-GB">
                <a:ea typeface="Meiryo"/>
              </a:rPr>
              <a:t> </a:t>
            </a:r>
            <a:r>
              <a:rPr lang="en-GB" err="1">
                <a:ea typeface="Meiryo"/>
              </a:rPr>
              <a:t>oldalon</a:t>
            </a:r>
            <a:r>
              <a:rPr lang="en-GB">
                <a:ea typeface="Meiryo"/>
              </a:rPr>
              <a:t> </a:t>
            </a:r>
            <a:r>
              <a:rPr lang="en-GB" err="1">
                <a:ea typeface="Meiryo"/>
              </a:rPr>
              <a:t>minimális</a:t>
            </a:r>
            <a:r>
              <a:rPr lang="en-GB">
                <a:ea typeface="Meiryo"/>
              </a:rPr>
              <a:t> </a:t>
            </a:r>
            <a:r>
              <a:rPr lang="en-GB" err="1">
                <a:ea typeface="Meiryo"/>
              </a:rPr>
              <a:t>erőigény</a:t>
            </a:r>
            <a:r>
              <a:rPr lang="en-GB">
                <a:ea typeface="Meiryo"/>
              </a:rPr>
              <a:t>, </a:t>
            </a:r>
            <a:r>
              <a:rPr lang="en-GB" err="1">
                <a:ea typeface="Meiryo"/>
              </a:rPr>
              <a:t>jó</a:t>
            </a:r>
            <a:r>
              <a:rPr lang="en-GB">
                <a:ea typeface="Meiryo"/>
              </a:rPr>
              <a:t> </a:t>
            </a:r>
            <a:r>
              <a:rPr lang="en-GB" err="1">
                <a:ea typeface="Meiryo"/>
              </a:rPr>
              <a:t>teljesítmény</a:t>
            </a:r>
            <a:endParaRPr lang="en-GB">
              <a:ea typeface="Meiryo"/>
            </a:endParaRPr>
          </a:p>
          <a:p>
            <a:pPr marL="342900" indent="-342900">
              <a:buFont typeface="Calibri" panose="05000000000000000000" pitchFamily="2" charset="2"/>
              <a:buChar char="-"/>
            </a:pPr>
            <a:r>
              <a:rPr lang="en-GB" err="1">
                <a:ea typeface="Meiryo"/>
              </a:rPr>
              <a:t>Crossplatform</a:t>
            </a:r>
            <a:r>
              <a:rPr lang="en-GB">
                <a:ea typeface="Meiryo"/>
              </a:rPr>
              <a:t> (</a:t>
            </a:r>
            <a:r>
              <a:rPr lang="en-GB" err="1">
                <a:ea typeface="Meiryo"/>
              </a:rPr>
              <a:t>mobil</a:t>
            </a:r>
            <a:r>
              <a:rPr lang="en-GB">
                <a:ea typeface="Meiryo"/>
              </a:rPr>
              <a:t> </a:t>
            </a:r>
            <a:r>
              <a:rPr lang="en-GB" err="1">
                <a:ea typeface="Meiryo"/>
              </a:rPr>
              <a:t>és</a:t>
            </a:r>
            <a:r>
              <a:rPr lang="en-GB">
                <a:ea typeface="Meiryo"/>
              </a:rPr>
              <a:t> </a:t>
            </a:r>
            <a:r>
              <a:rPr lang="en-GB" err="1">
                <a:ea typeface="Meiryo"/>
              </a:rPr>
              <a:t>asztali</a:t>
            </a:r>
            <a:r>
              <a:rPr lang="en-GB">
                <a:ea typeface="Meiryo"/>
              </a:rPr>
              <a:t> web </a:t>
            </a:r>
            <a:r>
              <a:rPr lang="en-GB" err="1">
                <a:ea typeface="Meiryo"/>
              </a:rPr>
              <a:t>környezet</a:t>
            </a:r>
            <a:r>
              <a:rPr lang="en-GB">
                <a:ea typeface="Meiryo"/>
              </a:rPr>
              <a:t>), </a:t>
            </a:r>
            <a:r>
              <a:rPr lang="en-GB" err="1">
                <a:ea typeface="Meiryo"/>
              </a:rPr>
              <a:t>böngészőfüggetlen</a:t>
            </a:r>
            <a:endParaRPr lang="en-GB">
              <a:ea typeface="Meiryo"/>
            </a:endParaRPr>
          </a:p>
          <a:p>
            <a:pPr marL="342900" indent="-342900">
              <a:buFont typeface="Calibri" panose="05000000000000000000" pitchFamily="2" charset="2"/>
              <a:buChar char="-"/>
            </a:pPr>
            <a:endParaRPr lang="en-GB">
              <a:ea typeface="Meiryo"/>
            </a:endParaRPr>
          </a:p>
          <a:p>
            <a:pPr marL="342900" indent="-342900">
              <a:buFont typeface="Calibri" panose="05000000000000000000" pitchFamily="2" charset="2"/>
              <a:buChar char="-"/>
            </a:pPr>
            <a:endParaRPr lang="en-GB">
              <a:ea typeface="Meiryo"/>
            </a:endParaRPr>
          </a:p>
        </p:txBody>
      </p:sp>
      <p:sp>
        <p:nvSpPr>
          <p:cNvPr id="5" name="Footer Placeholder 4">
            <a:extLst>
              <a:ext uri="{FF2B5EF4-FFF2-40B4-BE49-F238E27FC236}">
                <a16:creationId xmlns:a16="http://schemas.microsoft.com/office/drawing/2014/main" id="{3C9F0719-B3AD-2D45-86BF-4EE3D891301B}"/>
              </a:ext>
            </a:extLst>
          </p:cNvPr>
          <p:cNvSpPr>
            <a:spLocks noGrp="1"/>
          </p:cNvSpPr>
          <p:nvPr>
            <p:ph type="ftr" sz="quarter" idx="11"/>
          </p:nvPr>
        </p:nvSpPr>
        <p:spPr/>
        <p:txBody>
          <a:bodyPr/>
          <a:lstStyle/>
          <a:p>
            <a:r>
              <a:rPr lang="en-US" err="1"/>
              <a:t>JobCompass</a:t>
            </a:r>
          </a:p>
        </p:txBody>
      </p:sp>
      <p:sp>
        <p:nvSpPr>
          <p:cNvPr id="6" name="Slide Number Placeholder 5">
            <a:extLst>
              <a:ext uri="{FF2B5EF4-FFF2-40B4-BE49-F238E27FC236}">
                <a16:creationId xmlns:a16="http://schemas.microsoft.com/office/drawing/2014/main" id="{6B3B48B7-674B-7BB8-3249-CDEE83955B33}"/>
              </a:ext>
            </a:extLst>
          </p:cNvPr>
          <p:cNvSpPr>
            <a:spLocks noGrp="1"/>
          </p:cNvSpPr>
          <p:nvPr>
            <p:ph type="sldNum" sz="quarter" idx="12"/>
          </p:nvPr>
        </p:nvSpPr>
        <p:spPr/>
        <p:txBody>
          <a:bodyPr/>
          <a:lstStyle/>
          <a:p>
            <a:fld id="{FAEF9944-A4F6-4C59-AEBD-678D6480B8EA}" type="slidenum">
              <a:rPr lang="en-US" smtClean="0"/>
              <a:t>6</a:t>
            </a:fld>
            <a:endParaRPr lang="en-US"/>
          </a:p>
        </p:txBody>
      </p:sp>
      <p:pic>
        <p:nvPicPr>
          <p:cNvPr id="10" name="Picture Placeholder 9" descr="Abstract background of mesh">
            <a:extLst>
              <a:ext uri="{FF2B5EF4-FFF2-40B4-BE49-F238E27FC236}">
                <a16:creationId xmlns:a16="http://schemas.microsoft.com/office/drawing/2014/main" id="{608C9140-D72D-FE9D-48F0-396CC150275B}"/>
              </a:ext>
            </a:extLst>
          </p:cNvPr>
          <p:cNvPicPr>
            <a:picLocks noGrp="1" noChangeAspect="1"/>
          </p:cNvPicPr>
          <p:nvPr>
            <p:ph type="pic" sz="quarter" idx="13"/>
          </p:nvPr>
        </p:nvPicPr>
        <p:blipFill>
          <a:blip r:embed="rId2"/>
          <a:srcRect l="23554" r="23554"/>
          <a:stretch/>
        </p:blipFill>
        <p:spPr/>
      </p:pic>
    </p:spTree>
    <p:extLst>
      <p:ext uri="{BB962C8B-B14F-4D97-AF65-F5344CB8AC3E}">
        <p14:creationId xmlns:p14="http://schemas.microsoft.com/office/powerpoint/2010/main" val="916611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C0023-8A9B-050F-8666-611D4CF0AB2E}"/>
              </a:ext>
            </a:extLst>
          </p:cNvPr>
          <p:cNvSpPr>
            <a:spLocks noGrp="1"/>
          </p:cNvSpPr>
          <p:nvPr>
            <p:ph type="title"/>
          </p:nvPr>
        </p:nvSpPr>
        <p:spPr>
          <a:xfrm>
            <a:off x="341481" y="789418"/>
            <a:ext cx="7514435" cy="1159038"/>
          </a:xfrm>
        </p:spPr>
        <p:txBody>
          <a:bodyPr/>
          <a:lstStyle/>
          <a:p>
            <a:r>
              <a:rPr lang="en-GB" sz="2800" err="1">
                <a:ea typeface="Meiryo"/>
              </a:rPr>
              <a:t>Költség</a:t>
            </a:r>
            <a:r>
              <a:rPr lang="en-GB" sz="2800">
                <a:ea typeface="Meiryo"/>
              </a:rPr>
              <a:t>- </a:t>
            </a:r>
            <a:r>
              <a:rPr lang="en-GB" sz="2800" err="1">
                <a:ea typeface="Meiryo"/>
              </a:rPr>
              <a:t>és</a:t>
            </a:r>
            <a:r>
              <a:rPr lang="en-GB" sz="2800">
                <a:ea typeface="Meiryo"/>
              </a:rPr>
              <a:t> </a:t>
            </a:r>
            <a:r>
              <a:rPr lang="en-GB" sz="2800" err="1">
                <a:ea typeface="Meiryo"/>
              </a:rPr>
              <a:t>erőforrás-szükségletek</a:t>
            </a:r>
            <a:endParaRPr lang="en-GB" sz="2800" err="1"/>
          </a:p>
        </p:txBody>
      </p:sp>
      <p:sp>
        <p:nvSpPr>
          <p:cNvPr id="3" name="Content Placeholder 2">
            <a:extLst>
              <a:ext uri="{FF2B5EF4-FFF2-40B4-BE49-F238E27FC236}">
                <a16:creationId xmlns:a16="http://schemas.microsoft.com/office/drawing/2014/main" id="{A30C174E-8512-3DD7-900D-01050F1C8910}"/>
              </a:ext>
            </a:extLst>
          </p:cNvPr>
          <p:cNvSpPr>
            <a:spLocks noGrp="1"/>
          </p:cNvSpPr>
          <p:nvPr>
            <p:ph sz="quarter" idx="14"/>
          </p:nvPr>
        </p:nvSpPr>
        <p:spPr>
          <a:xfrm>
            <a:off x="542984" y="2070726"/>
            <a:ext cx="6867234" cy="3471237"/>
          </a:xfrm>
        </p:spPr>
        <p:txBody>
          <a:bodyPr/>
          <a:lstStyle/>
          <a:p>
            <a:pPr marL="342900" indent="-342900">
              <a:buFont typeface="Calibri" panose="05000000000000000000" pitchFamily="2" charset="2"/>
              <a:buChar char="-"/>
            </a:pPr>
            <a:r>
              <a:rPr lang="en-GB" err="1">
                <a:ea typeface="Meiryo"/>
              </a:rPr>
              <a:t>Erőforrás</a:t>
            </a:r>
          </a:p>
          <a:p>
            <a:pPr marL="909320" lvl="1" indent="-342900">
              <a:buFont typeface="Calibri" panose="05000000000000000000" pitchFamily="2" charset="2"/>
              <a:buChar char="-"/>
            </a:pPr>
            <a:r>
              <a:rPr lang="en-GB">
                <a:ea typeface="Meiryo"/>
              </a:rPr>
              <a:t>60 </a:t>
            </a:r>
            <a:r>
              <a:rPr lang="en-GB" err="1">
                <a:ea typeface="Meiryo"/>
              </a:rPr>
              <a:t>személynap</a:t>
            </a:r>
            <a:endParaRPr lang="en-GB">
              <a:ea typeface="Meiryo"/>
            </a:endParaRPr>
          </a:p>
          <a:p>
            <a:pPr marL="909320" lvl="1" indent="-342900">
              <a:buFont typeface="Calibri" panose="05000000000000000000" pitchFamily="2" charset="2"/>
              <a:buChar char="-"/>
            </a:pPr>
            <a:r>
              <a:rPr lang="en-GB">
                <a:ea typeface="Meiryo"/>
              </a:rPr>
              <a:t>~20/</a:t>
            </a:r>
            <a:r>
              <a:rPr lang="en-GB" err="1">
                <a:ea typeface="Meiryo"/>
              </a:rPr>
              <a:t>fő</a:t>
            </a:r>
            <a:endParaRPr lang="en-GB">
              <a:ea typeface="Meiryo"/>
            </a:endParaRPr>
          </a:p>
          <a:p>
            <a:pPr marL="342900" indent="-342900">
              <a:buFont typeface="Calibri" panose="05000000000000000000" pitchFamily="2" charset="2"/>
              <a:buChar char="-"/>
            </a:pPr>
            <a:r>
              <a:rPr lang="en-GB" err="1">
                <a:ea typeface="Meiryo"/>
              </a:rPr>
              <a:t>Költségvetés</a:t>
            </a:r>
          </a:p>
          <a:p>
            <a:pPr marL="909320" lvl="1" indent="-342900">
              <a:buFont typeface="Calibri" panose="05000000000000000000" pitchFamily="2" charset="2"/>
              <a:buChar char="-"/>
            </a:pPr>
            <a:r>
              <a:rPr lang="en-GB">
                <a:ea typeface="Meiryo"/>
              </a:rPr>
              <a:t>7 x 70 = 490 </a:t>
            </a:r>
            <a:r>
              <a:rPr lang="en-GB" err="1">
                <a:ea typeface="Meiryo"/>
              </a:rPr>
              <a:t>pont</a:t>
            </a:r>
          </a:p>
        </p:txBody>
      </p:sp>
      <p:pic>
        <p:nvPicPr>
          <p:cNvPr id="7" name="Picture Placeholder 6" descr="Calendar flipping">
            <a:extLst>
              <a:ext uri="{FF2B5EF4-FFF2-40B4-BE49-F238E27FC236}">
                <a16:creationId xmlns:a16="http://schemas.microsoft.com/office/drawing/2014/main" id="{B825E24B-031B-99A9-F3D8-6133F115CF3F}"/>
              </a:ext>
            </a:extLst>
          </p:cNvPr>
          <p:cNvPicPr>
            <a:picLocks noGrp="1" noChangeAspect="1"/>
          </p:cNvPicPr>
          <p:nvPr>
            <p:ph type="pic" sz="quarter" idx="13"/>
          </p:nvPr>
        </p:nvPicPr>
        <p:blipFill>
          <a:blip r:embed="rId2"/>
          <a:srcRect l="23519" r="23519"/>
          <a:stretch/>
        </p:blipFill>
        <p:spPr/>
      </p:pic>
      <p:sp>
        <p:nvSpPr>
          <p:cNvPr id="5" name="Footer Placeholder 4">
            <a:extLst>
              <a:ext uri="{FF2B5EF4-FFF2-40B4-BE49-F238E27FC236}">
                <a16:creationId xmlns:a16="http://schemas.microsoft.com/office/drawing/2014/main" id="{7A533403-C404-F650-282F-06314FE0C17F}"/>
              </a:ext>
            </a:extLst>
          </p:cNvPr>
          <p:cNvSpPr>
            <a:spLocks noGrp="1"/>
          </p:cNvSpPr>
          <p:nvPr>
            <p:ph type="ftr" sz="quarter" idx="11"/>
          </p:nvPr>
        </p:nvSpPr>
        <p:spPr/>
        <p:txBody>
          <a:bodyPr/>
          <a:lstStyle/>
          <a:p>
            <a:r>
              <a:rPr lang="en-US" err="1"/>
              <a:t>JobCompass</a:t>
            </a:r>
          </a:p>
        </p:txBody>
      </p:sp>
      <p:sp>
        <p:nvSpPr>
          <p:cNvPr id="6" name="Slide Number Placeholder 5">
            <a:extLst>
              <a:ext uri="{FF2B5EF4-FFF2-40B4-BE49-F238E27FC236}">
                <a16:creationId xmlns:a16="http://schemas.microsoft.com/office/drawing/2014/main" id="{6F3FE816-74B4-D9BF-3491-7A9472FA71DE}"/>
              </a:ext>
            </a:extLst>
          </p:cNvPr>
          <p:cNvSpPr>
            <a:spLocks noGrp="1"/>
          </p:cNvSpPr>
          <p:nvPr>
            <p:ph type="sldNum" sz="quarter" idx="12"/>
          </p:nvPr>
        </p:nvSpPr>
        <p:spPr/>
        <p:txBody>
          <a:bodyPr/>
          <a:lstStyle/>
          <a:p>
            <a:fld id="{FAEF9944-A4F6-4C59-AEBD-678D6480B8EA}" type="slidenum">
              <a:rPr lang="en-US" smtClean="0"/>
              <a:t>7</a:t>
            </a:fld>
            <a:endParaRPr lang="en-US"/>
          </a:p>
        </p:txBody>
      </p:sp>
    </p:spTree>
    <p:extLst>
      <p:ext uri="{BB962C8B-B14F-4D97-AF65-F5344CB8AC3E}">
        <p14:creationId xmlns:p14="http://schemas.microsoft.com/office/powerpoint/2010/main" val="180315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FE67981-079D-4463-B997-67E6CA039B58}"/>
              </a:ext>
            </a:extLst>
          </p:cNvPr>
          <p:cNvSpPr>
            <a:spLocks noGrp="1"/>
          </p:cNvSpPr>
          <p:nvPr>
            <p:ph type="title"/>
          </p:nvPr>
        </p:nvSpPr>
        <p:spPr>
          <a:xfrm>
            <a:off x="1535371" y="962423"/>
            <a:ext cx="10013710" cy="1111991"/>
          </a:xfrm>
        </p:spPr>
        <p:txBody>
          <a:bodyPr/>
          <a:lstStyle/>
          <a:p>
            <a:r>
              <a:rPr lang="en-US" err="1"/>
              <a:t>Projektcsapat</a:t>
            </a:r>
            <a:r>
              <a:rPr lang="en-US"/>
              <a:t>, </a:t>
            </a:r>
            <a:r>
              <a:rPr lang="en-US" err="1"/>
              <a:t>felépítés</a:t>
            </a:r>
            <a:r>
              <a:rPr lang="en-US"/>
              <a:t> </a:t>
            </a:r>
            <a:r>
              <a:rPr lang="en-US" err="1"/>
              <a:t>és</a:t>
            </a:r>
            <a:r>
              <a:rPr lang="en-US"/>
              <a:t> </a:t>
            </a:r>
            <a:r>
              <a:rPr lang="en-US" err="1"/>
              <a:t>felelősségek</a:t>
            </a:r>
          </a:p>
        </p:txBody>
      </p:sp>
      <p:graphicFrame>
        <p:nvGraphicFramePr>
          <p:cNvPr id="19" name="Table 9">
            <a:extLst>
              <a:ext uri="{FF2B5EF4-FFF2-40B4-BE49-F238E27FC236}">
                <a16:creationId xmlns:a16="http://schemas.microsoft.com/office/drawing/2014/main" id="{AEFEE5B3-A51E-DC59-9595-7A6911D82E62}"/>
              </a:ext>
            </a:extLst>
          </p:cNvPr>
          <p:cNvGraphicFramePr>
            <a:graphicFrameLocks noGrp="1"/>
          </p:cNvGraphicFramePr>
          <p:nvPr>
            <p:ph sz="quarter" idx="13"/>
            <p:extLst>
              <p:ext uri="{D42A27DB-BD31-4B8C-83A1-F6EECF244321}">
                <p14:modId xmlns:p14="http://schemas.microsoft.com/office/powerpoint/2010/main" val="582217969"/>
              </p:ext>
            </p:extLst>
          </p:nvPr>
        </p:nvGraphicFramePr>
        <p:xfrm>
          <a:off x="1333830" y="2400630"/>
          <a:ext cx="10109486" cy="3905586"/>
        </p:xfrm>
        <a:graphic>
          <a:graphicData uri="http://schemas.openxmlformats.org/drawingml/2006/table">
            <a:tbl>
              <a:tblPr firstRow="1" bandRow="1">
                <a:tableStyleId>{8A107856-5554-42FB-B03E-39F5DBC370BA}</a:tableStyleId>
              </a:tblPr>
              <a:tblGrid>
                <a:gridCol w="3291329">
                  <a:extLst>
                    <a:ext uri="{9D8B030D-6E8A-4147-A177-3AD203B41FA5}">
                      <a16:colId xmlns:a16="http://schemas.microsoft.com/office/drawing/2014/main" val="1517755082"/>
                    </a:ext>
                  </a:extLst>
                </a:gridCol>
                <a:gridCol w="4751642">
                  <a:extLst>
                    <a:ext uri="{9D8B030D-6E8A-4147-A177-3AD203B41FA5}">
                      <a16:colId xmlns:a16="http://schemas.microsoft.com/office/drawing/2014/main" val="2446386500"/>
                    </a:ext>
                  </a:extLst>
                </a:gridCol>
                <a:gridCol w="2066515">
                  <a:extLst>
                    <a:ext uri="{9D8B030D-6E8A-4147-A177-3AD203B41FA5}">
                      <a16:colId xmlns:a16="http://schemas.microsoft.com/office/drawing/2014/main" val="3308918160"/>
                    </a:ext>
                  </a:extLst>
                </a:gridCol>
              </a:tblGrid>
              <a:tr h="478211">
                <a:tc>
                  <a:txBody>
                    <a:bodyPr/>
                    <a:lstStyle/>
                    <a:p>
                      <a:pPr algn="ctr"/>
                      <a:r>
                        <a:rPr lang="en-US" err="1">
                          <a:solidFill>
                            <a:sysClr val="windowText" lastClr="000000"/>
                          </a:solidFill>
                        </a:rPr>
                        <a:t>Név</a:t>
                      </a:r>
                    </a:p>
                  </a:txBody>
                  <a:tcPr anchor="ctr"/>
                </a:tc>
                <a:tc>
                  <a:txBody>
                    <a:bodyPr/>
                    <a:lstStyle/>
                    <a:p>
                      <a:pPr algn="l"/>
                      <a:r>
                        <a:rPr lang="en-US" sz="1400" b="1" spc="150" baseline="0" err="1">
                          <a:solidFill>
                            <a:sysClr val="windowText" lastClr="000000"/>
                          </a:solidFill>
                        </a:rPr>
                        <a:t>Pozíció</a:t>
                      </a:r>
                    </a:p>
                  </a:txBody>
                  <a:tcPr anchor="ctr"/>
                </a:tc>
                <a:tc>
                  <a:txBody>
                    <a:bodyPr/>
                    <a:lstStyle/>
                    <a:p>
                      <a:pPr lvl="0" algn="l">
                        <a:buNone/>
                      </a:pPr>
                      <a:r>
                        <a:rPr lang="en-US" sz="1400" b="1" spc="150" baseline="0" err="1">
                          <a:solidFill>
                            <a:sysClr val="windowText" lastClr="000000"/>
                          </a:solidFill>
                        </a:rPr>
                        <a:t>Tapasztalat</a:t>
                      </a:r>
                    </a:p>
                    <a:p>
                      <a:pPr lvl="0" algn="l">
                        <a:buNone/>
                      </a:pPr>
                      <a:r>
                        <a:rPr lang="en-US" sz="1400" b="1" spc="150" baseline="0">
                          <a:solidFill>
                            <a:sysClr val="windowText" lastClr="000000"/>
                          </a:solidFill>
                        </a:rPr>
                        <a:t>(</a:t>
                      </a:r>
                      <a:r>
                        <a:rPr lang="en-US" sz="1400" b="1" spc="150" baseline="0" err="1">
                          <a:solidFill>
                            <a:sysClr val="windowText" lastClr="000000"/>
                          </a:solidFill>
                        </a:rPr>
                        <a:t>év</a:t>
                      </a:r>
                      <a:r>
                        <a:rPr lang="en-US" sz="1400" b="1" spc="150" baseline="0">
                          <a:solidFill>
                            <a:sysClr val="windowText" lastClr="000000"/>
                          </a:solidFill>
                        </a:rPr>
                        <a:t>)</a:t>
                      </a:r>
                    </a:p>
                  </a:txBody>
                  <a:tcPr anchor="ctr"/>
                </a:tc>
                <a:extLst>
                  <a:ext uri="{0D108BD9-81ED-4DB2-BD59-A6C34878D82A}">
                    <a16:rowId xmlns:a16="http://schemas.microsoft.com/office/drawing/2014/main" val="3100351803"/>
                  </a:ext>
                </a:extLst>
              </a:tr>
              <a:tr h="478211">
                <a:tc>
                  <a:txBody>
                    <a:bodyPr/>
                    <a:lstStyle/>
                    <a:p>
                      <a:r>
                        <a:rPr lang="en-US" sz="1400" spc="150" baseline="0">
                          <a:solidFill>
                            <a:schemeClr val="tx1"/>
                          </a:solidFill>
                        </a:rPr>
                        <a:t>Fodor Döme</a:t>
                      </a:r>
                    </a:p>
                  </a:txBody>
                  <a:tcPr anchor="ctr"/>
                </a:tc>
                <a:tc>
                  <a:txBody>
                    <a:bodyPr/>
                    <a:lstStyle/>
                    <a:p>
                      <a:pPr lvl="0">
                        <a:buNone/>
                      </a:pPr>
                      <a:r>
                        <a:rPr lang="en-US" sz="1400" spc="150" baseline="0" err="1">
                          <a:solidFill>
                            <a:schemeClr val="tx1"/>
                          </a:solidFill>
                        </a:rPr>
                        <a:t>Projektmenedzser</a:t>
                      </a:r>
                    </a:p>
                  </a:txBody>
                  <a:tcPr anchor="ctr"/>
                </a:tc>
                <a:tc>
                  <a:txBody>
                    <a:bodyPr/>
                    <a:lstStyle/>
                    <a:p>
                      <a:pPr lvl="0">
                        <a:buNone/>
                      </a:pPr>
                      <a:r>
                        <a:rPr lang="en-US" sz="1400" spc="150" baseline="0">
                          <a:solidFill>
                            <a:schemeClr val="tx1"/>
                          </a:solidFill>
                        </a:rPr>
                        <a:t>3 (</a:t>
                      </a:r>
                      <a:r>
                        <a:rPr lang="en-US" sz="1400" spc="150" baseline="0" err="1">
                          <a:solidFill>
                            <a:schemeClr val="tx1"/>
                          </a:solidFill>
                        </a:rPr>
                        <a:t>ipari</a:t>
                      </a:r>
                      <a:r>
                        <a:rPr lang="en-US" sz="1400" spc="150" baseline="0">
                          <a:solidFill>
                            <a:schemeClr val="tx1"/>
                          </a:solidFill>
                        </a:rPr>
                        <a:t> </a:t>
                      </a:r>
                      <a:r>
                        <a:rPr lang="en-US" sz="1400" spc="150" baseline="0" err="1">
                          <a:solidFill>
                            <a:schemeClr val="tx1"/>
                          </a:solidFill>
                        </a:rPr>
                        <a:t>Számitó</a:t>
                      </a:r>
                      <a:r>
                        <a:rPr lang="en-US" sz="1400" spc="150" baseline="0">
                          <a:solidFill>
                            <a:schemeClr val="tx1"/>
                          </a:solidFill>
                        </a:rPr>
                        <a:t> </a:t>
                      </a:r>
                      <a:r>
                        <a:rPr lang="en-US" sz="1400" spc="150" baseline="0" err="1">
                          <a:solidFill>
                            <a:schemeClr val="tx1"/>
                          </a:solidFill>
                        </a:rPr>
                        <a:t>Gép</a:t>
                      </a:r>
                      <a:r>
                        <a:rPr lang="en-US" sz="1400" spc="150" baseline="0">
                          <a:solidFill>
                            <a:schemeClr val="tx1"/>
                          </a:solidFill>
                        </a:rPr>
                        <a:t> Kft.-</a:t>
                      </a:r>
                      <a:r>
                        <a:rPr lang="en-US" sz="1400" spc="150" baseline="0" err="1">
                          <a:solidFill>
                            <a:schemeClr val="tx1"/>
                          </a:solidFill>
                        </a:rPr>
                        <a:t>nél</a:t>
                      </a:r>
                      <a:r>
                        <a:rPr lang="en-US" sz="1400" spc="150" baseline="0">
                          <a:solidFill>
                            <a:schemeClr val="tx1"/>
                          </a:solidFill>
                        </a:rPr>
                        <a:t>)</a:t>
                      </a:r>
                    </a:p>
                  </a:txBody>
                  <a:tcPr anchor="ctr"/>
                </a:tc>
                <a:extLst>
                  <a:ext uri="{0D108BD9-81ED-4DB2-BD59-A6C34878D82A}">
                    <a16:rowId xmlns:a16="http://schemas.microsoft.com/office/drawing/2014/main" val="2801628125"/>
                  </a:ext>
                </a:extLst>
              </a:tr>
              <a:tr h="478211">
                <a:tc>
                  <a:txBody>
                    <a:bodyPr/>
                    <a:lstStyle/>
                    <a:p>
                      <a:pPr lvl="0">
                        <a:buNone/>
                      </a:pPr>
                      <a:r>
                        <a:rPr lang="en-US" sz="1400" spc="150" baseline="0">
                          <a:solidFill>
                            <a:schemeClr val="tx1"/>
                          </a:solidFill>
                        </a:rPr>
                        <a:t>Kovács Bence</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en-US" sz="1400" spc="150" baseline="0">
                          <a:solidFill>
                            <a:schemeClr val="tx1"/>
                          </a:solidFill>
                        </a:rPr>
                        <a:t>3</a:t>
                      </a:r>
                    </a:p>
                  </a:txBody>
                  <a:tcPr anchor="ctr"/>
                </a:tc>
                <a:extLst>
                  <a:ext uri="{0D108BD9-81ED-4DB2-BD59-A6C34878D82A}">
                    <a16:rowId xmlns:a16="http://schemas.microsoft.com/office/drawing/2014/main" val="522315634"/>
                  </a:ext>
                </a:extLst>
              </a:tr>
              <a:tr h="478211">
                <a:tc>
                  <a:txBody>
                    <a:bodyPr/>
                    <a:lstStyle/>
                    <a:p>
                      <a:pPr lvl="0">
                        <a:buNone/>
                      </a:pPr>
                      <a:r>
                        <a:rPr lang="en-US" sz="1400" spc="150" baseline="0">
                          <a:solidFill>
                            <a:schemeClr val="tx1"/>
                          </a:solidFill>
                        </a:rPr>
                        <a:t>Zsemberi Izabella</a:t>
                      </a:r>
                    </a:p>
                  </a:txBody>
                  <a:tcPr anchor="ctr"/>
                </a:tc>
                <a:tc>
                  <a:txBody>
                    <a:bodyPr/>
                    <a:lstStyle/>
                    <a:p>
                      <a:pPr lvl="0">
                        <a:buNone/>
                      </a:pPr>
                      <a:r>
                        <a:rPr lang="en-US" sz="1400" b="0" i="0" u="none" strike="noStrike" spc="150" baseline="0" noProof="0">
                          <a:solidFill>
                            <a:schemeClr val="tx1"/>
                          </a:solidFill>
                          <a:latin typeface="Meiryo"/>
                        </a:rPr>
                        <a:t>Projekt tag</a:t>
                      </a:r>
                      <a:endParaRPr lang="en-US" sz="1400" b="0" i="0" u="none" strike="noStrike" spc="150" baseline="0" noProof="0">
                        <a:solidFill>
                          <a:srgbClr val="000000"/>
                        </a:solidFill>
                        <a:latin typeface="Meiryo"/>
                      </a:endParaRPr>
                    </a:p>
                  </a:txBody>
                  <a:tcPr anchor="ctr"/>
                </a:tc>
                <a:tc>
                  <a:txBody>
                    <a:bodyPr/>
                    <a:lstStyle/>
                    <a:p>
                      <a:pPr lvl="0">
                        <a:buNone/>
                      </a:pPr>
                      <a:r>
                        <a:rPr lang="en-US" sz="1400" spc="150" baseline="0">
                          <a:solidFill>
                            <a:schemeClr val="tx1"/>
                          </a:solidFill>
                        </a:rPr>
                        <a:t>2</a:t>
                      </a:r>
                    </a:p>
                  </a:txBody>
                  <a:tcPr anchor="ctr"/>
                </a:tc>
                <a:extLst>
                  <a:ext uri="{0D108BD9-81ED-4DB2-BD59-A6C34878D82A}">
                    <a16:rowId xmlns:a16="http://schemas.microsoft.com/office/drawing/2014/main" val="3923311043"/>
                  </a:ext>
                </a:extLst>
              </a:tr>
              <a:tr h="478211">
                <a:tc>
                  <a:txBody>
                    <a:bodyPr/>
                    <a:lstStyle/>
                    <a:p>
                      <a:r>
                        <a:rPr lang="en-US" sz="1400" spc="150" baseline="0" err="1">
                          <a:solidFill>
                            <a:schemeClr val="tx1"/>
                          </a:solidFill>
                        </a:rPr>
                        <a:t>Sötét</a:t>
                      </a:r>
                      <a:r>
                        <a:rPr lang="en-US" sz="1400" spc="150" baseline="0">
                          <a:solidFill>
                            <a:schemeClr val="tx1"/>
                          </a:solidFill>
                        </a:rPr>
                        <a:t> Petra</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en-US" sz="1400" spc="150" baseline="0">
                          <a:solidFill>
                            <a:schemeClr val="tx1"/>
                          </a:solidFill>
                        </a:rPr>
                        <a:t>&lt;1</a:t>
                      </a:r>
                    </a:p>
                  </a:txBody>
                  <a:tcPr anchor="ctr"/>
                </a:tc>
                <a:extLst>
                  <a:ext uri="{0D108BD9-81ED-4DB2-BD59-A6C34878D82A}">
                    <a16:rowId xmlns:a16="http://schemas.microsoft.com/office/drawing/2014/main" val="2046739586"/>
                  </a:ext>
                </a:extLst>
              </a:tr>
              <a:tr h="478211">
                <a:tc>
                  <a:txBody>
                    <a:bodyPr/>
                    <a:lstStyle/>
                    <a:p>
                      <a:pPr lvl="0">
                        <a:buNone/>
                      </a:pPr>
                      <a:r>
                        <a:rPr lang="en-US" sz="1400" spc="150" baseline="0">
                          <a:solidFill>
                            <a:schemeClr val="tx1"/>
                          </a:solidFill>
                        </a:rPr>
                        <a:t>Kromek Dániel Bálint</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en-US" sz="1400" spc="150" baseline="0">
                          <a:solidFill>
                            <a:schemeClr val="tx1"/>
                          </a:solidFill>
                        </a:rPr>
                        <a:t>&lt;1</a:t>
                      </a:r>
                    </a:p>
                  </a:txBody>
                  <a:tcPr anchor="ctr"/>
                </a:tc>
                <a:extLst>
                  <a:ext uri="{0D108BD9-81ED-4DB2-BD59-A6C34878D82A}">
                    <a16:rowId xmlns:a16="http://schemas.microsoft.com/office/drawing/2014/main" val="603794887"/>
                  </a:ext>
                </a:extLst>
              </a:tr>
              <a:tr h="478211">
                <a:tc>
                  <a:txBody>
                    <a:bodyPr/>
                    <a:lstStyle/>
                    <a:p>
                      <a:pPr lvl="0">
                        <a:buNone/>
                      </a:pPr>
                      <a:r>
                        <a:rPr lang="en-US" sz="1400" spc="150" baseline="0">
                          <a:solidFill>
                            <a:schemeClr val="tx1"/>
                          </a:solidFill>
                        </a:rPr>
                        <a:t>Madai Zsuzsanna Jusztina</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en-US" sz="1400" spc="150" baseline="0">
                          <a:solidFill>
                            <a:schemeClr val="tx1"/>
                          </a:solidFill>
                        </a:rPr>
                        <a:t>&lt;1</a:t>
                      </a:r>
                    </a:p>
                  </a:txBody>
                  <a:tcPr anchor="ctr"/>
                </a:tc>
                <a:extLst>
                  <a:ext uri="{0D108BD9-81ED-4DB2-BD59-A6C34878D82A}">
                    <a16:rowId xmlns:a16="http://schemas.microsoft.com/office/drawing/2014/main" val="2341275937"/>
                  </a:ext>
                </a:extLst>
              </a:tr>
              <a:tr h="478211">
                <a:tc>
                  <a:txBody>
                    <a:bodyPr/>
                    <a:lstStyle/>
                    <a:p>
                      <a:pPr lvl="0">
                        <a:buNone/>
                      </a:pPr>
                      <a:r>
                        <a:rPr lang="en-US" sz="1400" spc="150" baseline="0">
                          <a:solidFill>
                            <a:schemeClr val="tx1"/>
                          </a:solidFill>
                        </a:rPr>
                        <a:t>Nagy Szilvia Kamilla</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en-US" sz="1400" spc="150" baseline="0">
                          <a:solidFill>
                            <a:schemeClr val="tx1"/>
                          </a:solidFill>
                        </a:rPr>
                        <a:t>~2</a:t>
                      </a:r>
                    </a:p>
                  </a:txBody>
                  <a:tcPr anchor="ctr"/>
                </a:tc>
                <a:extLst>
                  <a:ext uri="{0D108BD9-81ED-4DB2-BD59-A6C34878D82A}">
                    <a16:rowId xmlns:a16="http://schemas.microsoft.com/office/drawing/2014/main" val="1897758808"/>
                  </a:ext>
                </a:extLst>
              </a:tr>
            </a:tbl>
          </a:graphicData>
        </a:graphic>
      </p:graphicFrame>
      <p:sp>
        <p:nvSpPr>
          <p:cNvPr id="3" name="Footer Placeholder 2">
            <a:extLst>
              <a:ext uri="{FF2B5EF4-FFF2-40B4-BE49-F238E27FC236}">
                <a16:creationId xmlns:a16="http://schemas.microsoft.com/office/drawing/2014/main" id="{76FB33DA-2432-4BA6-8EC0-7CA2F9A3D07C}"/>
              </a:ext>
            </a:extLst>
          </p:cNvPr>
          <p:cNvSpPr>
            <a:spLocks noGrp="1"/>
          </p:cNvSpPr>
          <p:nvPr>
            <p:ph type="ftr" sz="quarter" idx="11"/>
          </p:nvPr>
        </p:nvSpPr>
        <p:spPr>
          <a:xfrm>
            <a:off x="1535371" y="6309360"/>
            <a:ext cx="5732061" cy="457200"/>
          </a:xfrm>
        </p:spPr>
        <p:txBody>
          <a:bodyPr/>
          <a:lstStyle/>
          <a:p>
            <a:r>
              <a:rPr lang="en-US" err="1">
                <a:ea typeface="Meiryo"/>
              </a:rPr>
              <a:t>JobCompass</a:t>
            </a:r>
          </a:p>
        </p:txBody>
      </p:sp>
      <p:sp>
        <p:nvSpPr>
          <p:cNvPr id="5" name="Slide Number Placeholder 4">
            <a:extLst>
              <a:ext uri="{FF2B5EF4-FFF2-40B4-BE49-F238E27FC236}">
                <a16:creationId xmlns:a16="http://schemas.microsoft.com/office/drawing/2014/main" id="{EF3BF995-3A96-4426-B458-AE23D8310BF0}"/>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8</a:t>
            </a:fld>
            <a:endParaRPr lang="en-US"/>
          </a:p>
        </p:txBody>
      </p:sp>
    </p:spTree>
    <p:extLst>
      <p:ext uri="{BB962C8B-B14F-4D97-AF65-F5344CB8AC3E}">
        <p14:creationId xmlns:p14="http://schemas.microsoft.com/office/powerpoint/2010/main" val="3345023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2300-A38D-FF4E-BFB3-5C4E9B1ABC62}"/>
              </a:ext>
            </a:extLst>
          </p:cNvPr>
          <p:cNvSpPr>
            <a:spLocks noGrp="1"/>
          </p:cNvSpPr>
          <p:nvPr>
            <p:ph type="title"/>
          </p:nvPr>
        </p:nvSpPr>
        <p:spPr/>
        <p:txBody>
          <a:bodyPr/>
          <a:lstStyle/>
          <a:p>
            <a:r>
              <a:rPr lang="en-GB">
                <a:ea typeface="Meiryo"/>
              </a:rPr>
              <a:t>Munka </a:t>
            </a:r>
            <a:r>
              <a:rPr lang="en-GB" err="1">
                <a:ea typeface="Meiryo"/>
              </a:rPr>
              <a:t>feltételei</a:t>
            </a:r>
            <a:r>
              <a:rPr lang="en-GB">
                <a:ea typeface="Meiryo"/>
              </a:rPr>
              <a:t>, </a:t>
            </a:r>
            <a:r>
              <a:rPr lang="en-GB" err="1">
                <a:ea typeface="Meiryo"/>
              </a:rPr>
              <a:t>munkakörnyezet</a:t>
            </a:r>
          </a:p>
        </p:txBody>
      </p:sp>
      <p:sp>
        <p:nvSpPr>
          <p:cNvPr id="3" name="Content Placeholder 2">
            <a:extLst>
              <a:ext uri="{FF2B5EF4-FFF2-40B4-BE49-F238E27FC236}">
                <a16:creationId xmlns:a16="http://schemas.microsoft.com/office/drawing/2014/main" id="{60B6AC00-C472-BAA4-3AEC-493439388532}"/>
              </a:ext>
            </a:extLst>
          </p:cNvPr>
          <p:cNvSpPr>
            <a:spLocks noGrp="1"/>
          </p:cNvSpPr>
          <p:nvPr>
            <p:ph sz="quarter" idx="13"/>
          </p:nvPr>
        </p:nvSpPr>
        <p:spPr/>
        <p:txBody>
          <a:bodyPr>
            <a:normAutofit fontScale="62500" lnSpcReduction="20000"/>
          </a:bodyPr>
          <a:lstStyle/>
          <a:p>
            <a:pPr marL="283210">
              <a:buFont typeface="Calibri" panose="05000000000000000000" pitchFamily="2" charset="2"/>
              <a:buChar char="-"/>
            </a:pPr>
            <a:r>
              <a:rPr lang="en-GB" err="1">
                <a:ea typeface="Meiryo"/>
              </a:rPr>
              <a:t>Munkakörnyezet</a:t>
            </a:r>
            <a:endParaRPr lang="en-US" err="1"/>
          </a:p>
          <a:p>
            <a:pPr marL="566420" lvl="1">
              <a:buFont typeface="Calibri" panose="05000000000000000000" pitchFamily="2" charset="2"/>
              <a:buChar char="-"/>
            </a:pPr>
            <a:r>
              <a:rPr lang="en-GB" err="1">
                <a:ea typeface="Meiryo"/>
              </a:rPr>
              <a:t>Munkaállomások</a:t>
            </a:r>
            <a:r>
              <a:rPr lang="en-GB">
                <a:ea typeface="Meiryo"/>
              </a:rPr>
              <a:t>: 6 </a:t>
            </a:r>
            <a:r>
              <a:rPr lang="en-GB" err="1">
                <a:ea typeface="Meiryo"/>
              </a:rPr>
              <a:t>db</a:t>
            </a:r>
            <a:r>
              <a:rPr lang="en-GB">
                <a:ea typeface="Meiryo"/>
              </a:rPr>
              <a:t> Windows 10, 1 </a:t>
            </a:r>
            <a:r>
              <a:rPr lang="en-GB" err="1">
                <a:ea typeface="Meiryo"/>
              </a:rPr>
              <a:t>db</a:t>
            </a:r>
            <a:r>
              <a:rPr lang="en-GB">
                <a:ea typeface="Meiryo"/>
              </a:rPr>
              <a:t> dual boot: Windows 10 </a:t>
            </a:r>
            <a:r>
              <a:rPr lang="en-GB" err="1">
                <a:ea typeface="Meiryo"/>
              </a:rPr>
              <a:t>és</a:t>
            </a:r>
            <a:r>
              <a:rPr lang="en-GB">
                <a:ea typeface="Meiryo"/>
              </a:rPr>
              <a:t> Ubuntu 22.04.3 LTS</a:t>
            </a:r>
          </a:p>
          <a:p>
            <a:pPr marL="283210">
              <a:buFont typeface="Calibri" panose="05000000000000000000" pitchFamily="2" charset="2"/>
              <a:buChar char="-"/>
            </a:pPr>
            <a:r>
              <a:rPr lang="en-GB" err="1">
                <a:ea typeface="Meiryo"/>
              </a:rPr>
              <a:t>Szoftverek</a:t>
            </a:r>
            <a:r>
              <a:rPr lang="en-GB">
                <a:ea typeface="Meiryo"/>
              </a:rPr>
              <a:t>, </a:t>
            </a:r>
            <a:r>
              <a:rPr lang="en-GB" err="1">
                <a:ea typeface="Meiryo"/>
              </a:rPr>
              <a:t>technológiák</a:t>
            </a:r>
            <a:r>
              <a:rPr lang="en-GB">
                <a:ea typeface="Meiryo"/>
              </a:rPr>
              <a:t>:</a:t>
            </a:r>
          </a:p>
          <a:p>
            <a:pPr marL="566420" lvl="1">
              <a:lnSpc>
                <a:spcPct val="120000"/>
              </a:lnSpc>
              <a:spcBef>
                <a:spcPts val="900"/>
              </a:spcBef>
              <a:buFont typeface="Calibri" panose="05000000000000000000" pitchFamily="2" charset="2"/>
              <a:buChar char="-"/>
            </a:pPr>
            <a:r>
              <a:rPr lang="en-GB">
                <a:ea typeface="Meiryo"/>
              </a:rPr>
              <a:t>Heroku host </a:t>
            </a:r>
            <a:r>
              <a:rPr lang="en-GB" err="1">
                <a:ea typeface="Meiryo"/>
              </a:rPr>
              <a:t>és</a:t>
            </a:r>
            <a:r>
              <a:rPr lang="en-GB">
                <a:ea typeface="Meiryo"/>
              </a:rPr>
              <a:t> PostgreSQL</a:t>
            </a:r>
            <a:endParaRPr lang="en-GB" b="0">
              <a:ea typeface="Meiryo"/>
            </a:endParaRPr>
          </a:p>
          <a:p>
            <a:pPr marL="566420" lvl="1">
              <a:lnSpc>
                <a:spcPct val="120000"/>
              </a:lnSpc>
              <a:spcBef>
                <a:spcPts val="900"/>
              </a:spcBef>
              <a:buFont typeface="Calibri" panose="05000000000000000000" pitchFamily="2" charset="2"/>
              <a:buChar char="-"/>
            </a:pPr>
            <a:r>
              <a:rPr lang="en-GB">
                <a:ea typeface="Meiryo"/>
              </a:rPr>
              <a:t>Spring Boot </a:t>
            </a:r>
            <a:r>
              <a:rPr lang="en-GB" err="1">
                <a:ea typeface="Meiryo"/>
              </a:rPr>
              <a:t>keretrendszer</a:t>
            </a:r>
          </a:p>
          <a:p>
            <a:pPr marL="566420" lvl="1">
              <a:lnSpc>
                <a:spcPct val="120000"/>
              </a:lnSpc>
              <a:spcBef>
                <a:spcPts val="900"/>
              </a:spcBef>
              <a:buFont typeface="Calibri" panose="05000000000000000000" pitchFamily="2" charset="2"/>
              <a:buChar char="-"/>
            </a:pPr>
            <a:r>
              <a:rPr lang="en-GB" err="1">
                <a:ea typeface="Meiryo"/>
              </a:rPr>
              <a:t>Thymeleaf</a:t>
            </a:r>
          </a:p>
          <a:p>
            <a:pPr marL="566420" lvl="1">
              <a:lnSpc>
                <a:spcPct val="120000"/>
              </a:lnSpc>
              <a:spcBef>
                <a:spcPts val="900"/>
              </a:spcBef>
              <a:buFont typeface="Calibri" panose="05000000000000000000" pitchFamily="2" charset="2"/>
              <a:buChar char="-"/>
            </a:pPr>
            <a:r>
              <a:rPr lang="en-GB" err="1">
                <a:ea typeface="Meiryo"/>
              </a:rPr>
              <a:t>Projektmenedzsment</a:t>
            </a:r>
            <a:r>
              <a:rPr lang="en-GB">
                <a:ea typeface="Meiryo"/>
              </a:rPr>
              <a:t>: Maven</a:t>
            </a:r>
          </a:p>
          <a:p>
            <a:pPr marL="566420" lvl="1">
              <a:lnSpc>
                <a:spcPct val="120000"/>
              </a:lnSpc>
              <a:spcBef>
                <a:spcPts val="900"/>
              </a:spcBef>
              <a:buFont typeface="Calibri" panose="05000000000000000000" pitchFamily="2" charset="2"/>
              <a:buChar char="-"/>
            </a:pPr>
            <a:r>
              <a:rPr lang="en-GB">
                <a:ea typeface="Meiryo"/>
              </a:rPr>
              <a:t>IDE-k: Eclipse, </a:t>
            </a:r>
            <a:r>
              <a:rPr lang="en-GB" err="1">
                <a:ea typeface="Meiryo"/>
              </a:rPr>
              <a:t>Webstorm</a:t>
            </a:r>
          </a:p>
          <a:p>
            <a:pPr marL="566420" lvl="1">
              <a:lnSpc>
                <a:spcPct val="120000"/>
              </a:lnSpc>
              <a:spcBef>
                <a:spcPts val="900"/>
              </a:spcBef>
              <a:buFont typeface="Calibri" panose="05000000000000000000" pitchFamily="2" charset="2"/>
              <a:buChar char="-"/>
            </a:pPr>
            <a:r>
              <a:rPr lang="en-GB" err="1">
                <a:ea typeface="Meiryo"/>
              </a:rPr>
              <a:t>Neovim</a:t>
            </a:r>
            <a:r>
              <a:rPr lang="en-GB">
                <a:ea typeface="Meiryo"/>
              </a:rPr>
              <a:t> </a:t>
            </a:r>
            <a:r>
              <a:rPr lang="en-GB" err="1">
                <a:ea typeface="Meiryo"/>
              </a:rPr>
              <a:t>szövegszerkeztő</a:t>
            </a:r>
          </a:p>
          <a:p>
            <a:pPr marL="566420" lvl="1">
              <a:lnSpc>
                <a:spcPct val="120000"/>
              </a:lnSpc>
              <a:spcBef>
                <a:spcPts val="900"/>
              </a:spcBef>
              <a:buFont typeface="Calibri" panose="05000000000000000000" pitchFamily="2" charset="2"/>
              <a:buChar char="-"/>
            </a:pPr>
            <a:r>
              <a:rPr lang="en-GB">
                <a:ea typeface="Meiryo"/>
              </a:rPr>
              <a:t>GitLab</a:t>
            </a:r>
          </a:p>
          <a:p>
            <a:pPr marL="566420" lvl="1">
              <a:lnSpc>
                <a:spcPct val="120000"/>
              </a:lnSpc>
              <a:spcBef>
                <a:spcPts val="900"/>
              </a:spcBef>
              <a:buFont typeface="Calibri" panose="05000000000000000000" pitchFamily="2" charset="2"/>
              <a:buChar char="-"/>
            </a:pPr>
            <a:r>
              <a:rPr lang="en-GB">
                <a:ea typeface="Meiryo"/>
              </a:rPr>
              <a:t>Angular (frontend)</a:t>
            </a:r>
          </a:p>
          <a:p>
            <a:pPr marL="566420" lvl="1">
              <a:buFont typeface="Calibri" panose="05000000000000000000" pitchFamily="2" charset="2"/>
              <a:buChar char="-"/>
            </a:pPr>
            <a:endParaRPr lang="en-GB">
              <a:ea typeface="Meiryo"/>
            </a:endParaRPr>
          </a:p>
        </p:txBody>
      </p:sp>
      <p:sp>
        <p:nvSpPr>
          <p:cNvPr id="4" name="Footer Placeholder 3">
            <a:extLst>
              <a:ext uri="{FF2B5EF4-FFF2-40B4-BE49-F238E27FC236}">
                <a16:creationId xmlns:a16="http://schemas.microsoft.com/office/drawing/2014/main" id="{EEF2C5EB-01D6-5FC5-654B-22E1ED94E9B8}"/>
              </a:ext>
            </a:extLst>
          </p:cNvPr>
          <p:cNvSpPr>
            <a:spLocks noGrp="1"/>
          </p:cNvSpPr>
          <p:nvPr>
            <p:ph type="ftr" sz="quarter" idx="11"/>
          </p:nvPr>
        </p:nvSpPr>
        <p:spPr/>
        <p:txBody>
          <a:bodyPr/>
          <a:lstStyle/>
          <a:p>
            <a:r>
              <a:rPr lang="en-US" dirty="0" err="1"/>
              <a:t>JobCompass</a:t>
            </a:r>
          </a:p>
        </p:txBody>
      </p:sp>
      <p:sp>
        <p:nvSpPr>
          <p:cNvPr id="5" name="Slide Number Placeholder 4">
            <a:extLst>
              <a:ext uri="{FF2B5EF4-FFF2-40B4-BE49-F238E27FC236}">
                <a16:creationId xmlns:a16="http://schemas.microsoft.com/office/drawing/2014/main" id="{80355834-D798-88D6-CC68-9206FD9B6056}"/>
              </a:ext>
            </a:extLst>
          </p:cNvPr>
          <p:cNvSpPr>
            <a:spLocks noGrp="1"/>
          </p:cNvSpPr>
          <p:nvPr>
            <p:ph type="sldNum" sz="quarter" idx="12"/>
          </p:nvPr>
        </p:nvSpPr>
        <p:spPr/>
        <p:txBody>
          <a:bodyPr/>
          <a:lstStyle/>
          <a:p>
            <a:fld id="{FAEF9944-A4F6-4C59-AEBD-678D6480B8EA}" type="slidenum">
              <a:rPr lang="en-US" smtClean="0"/>
              <a:t>9</a:t>
            </a:fld>
            <a:endParaRPr lang="en-US"/>
          </a:p>
        </p:txBody>
      </p:sp>
    </p:spTree>
    <p:extLst>
      <p:ext uri="{BB962C8B-B14F-4D97-AF65-F5344CB8AC3E}">
        <p14:creationId xmlns:p14="http://schemas.microsoft.com/office/powerpoint/2010/main" val="1212535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27649-5273-52E7-63F3-C98887EB8AEE}"/>
              </a:ext>
            </a:extLst>
          </p:cNvPr>
          <p:cNvSpPr>
            <a:spLocks noGrp="1"/>
          </p:cNvSpPr>
          <p:nvPr>
            <p:ph type="title"/>
          </p:nvPr>
        </p:nvSpPr>
        <p:spPr>
          <a:xfrm>
            <a:off x="1449107" y="674876"/>
            <a:ext cx="10013710" cy="1111991"/>
          </a:xfrm>
        </p:spPr>
        <p:txBody>
          <a:bodyPr/>
          <a:lstStyle/>
          <a:p>
            <a:r>
              <a:rPr lang="en-GB" err="1">
                <a:ea typeface="Meiryo"/>
              </a:rPr>
              <a:t>Rizikómenedzsment</a:t>
            </a:r>
            <a:endParaRPr lang="en-GB" err="1"/>
          </a:p>
        </p:txBody>
      </p:sp>
      <p:graphicFrame>
        <p:nvGraphicFramePr>
          <p:cNvPr id="6" name="Content Placeholder 5">
            <a:extLst>
              <a:ext uri="{FF2B5EF4-FFF2-40B4-BE49-F238E27FC236}">
                <a16:creationId xmlns:a16="http://schemas.microsoft.com/office/drawing/2014/main" id="{CD31D381-5F21-BE5F-A796-32E32C2DF9E7}"/>
              </a:ext>
            </a:extLst>
          </p:cNvPr>
          <p:cNvGraphicFramePr>
            <a:graphicFrameLocks noGrp="1"/>
          </p:cNvGraphicFramePr>
          <p:nvPr>
            <p:ph sz="quarter" idx="13"/>
            <p:extLst>
              <p:ext uri="{D42A27DB-BD31-4B8C-83A1-F6EECF244321}">
                <p14:modId xmlns:p14="http://schemas.microsoft.com/office/powerpoint/2010/main" val="1950380572"/>
              </p:ext>
            </p:extLst>
          </p:nvPr>
        </p:nvGraphicFramePr>
        <p:xfrm>
          <a:off x="1178943" y="2113471"/>
          <a:ext cx="10891910" cy="3935155"/>
        </p:xfrm>
        <a:graphic>
          <a:graphicData uri="http://schemas.openxmlformats.org/drawingml/2006/table">
            <a:tbl>
              <a:tblPr firstRow="1" bandRow="1">
                <a:tableStyleId>{8A107856-5554-42FB-B03E-39F5DBC370BA}</a:tableStyleId>
              </a:tblPr>
              <a:tblGrid>
                <a:gridCol w="2178382">
                  <a:extLst>
                    <a:ext uri="{9D8B030D-6E8A-4147-A177-3AD203B41FA5}">
                      <a16:colId xmlns:a16="http://schemas.microsoft.com/office/drawing/2014/main" val="2593410468"/>
                    </a:ext>
                  </a:extLst>
                </a:gridCol>
                <a:gridCol w="2178382">
                  <a:extLst>
                    <a:ext uri="{9D8B030D-6E8A-4147-A177-3AD203B41FA5}">
                      <a16:colId xmlns:a16="http://schemas.microsoft.com/office/drawing/2014/main" val="4077263096"/>
                    </a:ext>
                  </a:extLst>
                </a:gridCol>
                <a:gridCol w="2178382">
                  <a:extLst>
                    <a:ext uri="{9D8B030D-6E8A-4147-A177-3AD203B41FA5}">
                      <a16:colId xmlns:a16="http://schemas.microsoft.com/office/drawing/2014/main" val="2812898965"/>
                    </a:ext>
                  </a:extLst>
                </a:gridCol>
                <a:gridCol w="2178382">
                  <a:extLst>
                    <a:ext uri="{9D8B030D-6E8A-4147-A177-3AD203B41FA5}">
                      <a16:colId xmlns:a16="http://schemas.microsoft.com/office/drawing/2014/main" val="1549040577"/>
                    </a:ext>
                  </a:extLst>
                </a:gridCol>
                <a:gridCol w="2178382">
                  <a:extLst>
                    <a:ext uri="{9D8B030D-6E8A-4147-A177-3AD203B41FA5}">
                      <a16:colId xmlns:a16="http://schemas.microsoft.com/office/drawing/2014/main" val="1395034330"/>
                    </a:ext>
                  </a:extLst>
                </a:gridCol>
              </a:tblGrid>
              <a:tr h="325612">
                <a:tc>
                  <a:txBody>
                    <a:bodyPr/>
                    <a:lstStyle/>
                    <a:p>
                      <a:r>
                        <a:rPr lang="en-GB" err="1"/>
                        <a:t>Kockázat</a:t>
                      </a:r>
                    </a:p>
                  </a:txBody>
                  <a:tcPr/>
                </a:tc>
                <a:tc>
                  <a:txBody>
                    <a:bodyPr/>
                    <a:lstStyle/>
                    <a:p>
                      <a:r>
                        <a:rPr lang="en-GB" err="1"/>
                        <a:t>Leírás</a:t>
                      </a:r>
                    </a:p>
                  </a:txBody>
                  <a:tcPr/>
                </a:tc>
                <a:tc>
                  <a:txBody>
                    <a:bodyPr/>
                    <a:lstStyle/>
                    <a:p>
                      <a:pPr lvl="0">
                        <a:buNone/>
                      </a:pPr>
                      <a:r>
                        <a:rPr lang="en-GB" err="1"/>
                        <a:t>Megoldás</a:t>
                      </a:r>
                    </a:p>
                  </a:txBody>
                  <a:tcPr/>
                </a:tc>
                <a:tc>
                  <a:txBody>
                    <a:bodyPr/>
                    <a:lstStyle/>
                    <a:p>
                      <a:r>
                        <a:rPr lang="en-GB" err="1"/>
                        <a:t>Valószínűség</a:t>
                      </a:r>
                    </a:p>
                  </a:txBody>
                  <a:tcPr/>
                </a:tc>
                <a:tc>
                  <a:txBody>
                    <a:bodyPr/>
                    <a:lstStyle/>
                    <a:p>
                      <a:r>
                        <a:rPr lang="en-GB" err="1"/>
                        <a:t>Hatás</a:t>
                      </a:r>
                    </a:p>
                  </a:txBody>
                  <a:tcPr/>
                </a:tc>
                <a:extLst>
                  <a:ext uri="{0D108BD9-81ED-4DB2-BD59-A6C34878D82A}">
                    <a16:rowId xmlns:a16="http://schemas.microsoft.com/office/drawing/2014/main" val="4290546646"/>
                  </a:ext>
                </a:extLst>
              </a:tr>
              <a:tr h="917635">
                <a:tc>
                  <a:txBody>
                    <a:bodyPr/>
                    <a:lstStyle/>
                    <a:p>
                      <a:r>
                        <a:rPr lang="en-GB" err="1"/>
                        <a:t>Betegség</a:t>
                      </a:r>
                    </a:p>
                  </a:txBody>
                  <a:tcPr/>
                </a:tc>
                <a:tc>
                  <a:txBody>
                    <a:bodyPr/>
                    <a:lstStyle/>
                    <a:p>
                      <a:r>
                        <a:rPr lang="en-GB" err="1"/>
                        <a:t>Munkavégzés</a:t>
                      </a:r>
                      <a:r>
                        <a:rPr lang="en-GB"/>
                        <a:t> </a:t>
                      </a:r>
                      <a:r>
                        <a:rPr lang="en-GB" err="1"/>
                        <a:t>korlátozása</a:t>
                      </a:r>
                      <a:r>
                        <a:rPr lang="en-GB"/>
                        <a:t>, </a:t>
                      </a:r>
                      <a:r>
                        <a:rPr lang="en-GB" err="1"/>
                        <a:t>megakadályozása</a:t>
                      </a:r>
                    </a:p>
                  </a:txBody>
                  <a:tcPr/>
                </a:tc>
                <a:tc>
                  <a:txBody>
                    <a:bodyPr/>
                    <a:lstStyle/>
                    <a:p>
                      <a:pPr lvl="0">
                        <a:buNone/>
                      </a:pPr>
                      <a:r>
                        <a:rPr lang="en-GB" err="1"/>
                        <a:t>Feladat</a:t>
                      </a:r>
                      <a:r>
                        <a:rPr lang="en-GB"/>
                        <a:t> </a:t>
                      </a:r>
                      <a:r>
                        <a:rPr lang="en-GB" err="1"/>
                        <a:t>átcsoportosítás</a:t>
                      </a:r>
                    </a:p>
                  </a:txBody>
                  <a:tcPr/>
                </a:tc>
                <a:tc>
                  <a:txBody>
                    <a:bodyPr/>
                    <a:lstStyle/>
                    <a:p>
                      <a:r>
                        <a:rPr lang="en-GB"/>
                        <a:t>Nagy</a:t>
                      </a:r>
                    </a:p>
                  </a:txBody>
                  <a:tcPr/>
                </a:tc>
                <a:tc>
                  <a:txBody>
                    <a:bodyPr/>
                    <a:lstStyle/>
                    <a:p>
                      <a:r>
                        <a:rPr lang="en-GB"/>
                        <a:t>Erős</a:t>
                      </a:r>
                    </a:p>
                  </a:txBody>
                  <a:tcPr/>
                </a:tc>
                <a:extLst>
                  <a:ext uri="{0D108BD9-81ED-4DB2-BD59-A6C34878D82A}">
                    <a16:rowId xmlns:a16="http://schemas.microsoft.com/office/drawing/2014/main" val="4116642380"/>
                  </a:ext>
                </a:extLst>
              </a:tr>
              <a:tr h="1065640">
                <a:tc>
                  <a:txBody>
                    <a:bodyPr/>
                    <a:lstStyle/>
                    <a:p>
                      <a:r>
                        <a:rPr lang="en-GB" err="1"/>
                        <a:t>Kommunikációs</a:t>
                      </a:r>
                      <a:r>
                        <a:rPr lang="en-GB"/>
                        <a:t> </a:t>
                      </a:r>
                      <a:r>
                        <a:rPr lang="en-GB" err="1"/>
                        <a:t>fennakadás</a:t>
                      </a:r>
                    </a:p>
                  </a:txBody>
                  <a:tcPr/>
                </a:tc>
                <a:tc>
                  <a:txBody>
                    <a:bodyPr/>
                    <a:lstStyle/>
                    <a:p>
                      <a:r>
                        <a:rPr lang="en-GB"/>
                        <a:t>Nem </a:t>
                      </a:r>
                      <a:r>
                        <a:rPr lang="en-GB" err="1"/>
                        <a:t>megfelelő</a:t>
                      </a:r>
                      <a:r>
                        <a:rPr lang="en-GB"/>
                        <a:t> </a:t>
                      </a:r>
                      <a:r>
                        <a:rPr lang="en-GB" err="1"/>
                        <a:t>információ</a:t>
                      </a:r>
                      <a:r>
                        <a:rPr lang="en-GB"/>
                        <a:t> </a:t>
                      </a:r>
                      <a:r>
                        <a:rPr lang="en-GB" err="1"/>
                        <a:t>áramlás</a:t>
                      </a:r>
                      <a:r>
                        <a:rPr lang="en-GB"/>
                        <a:t> </a:t>
                      </a:r>
                      <a:r>
                        <a:rPr lang="en-GB" err="1"/>
                        <a:t>kül</a:t>
                      </a:r>
                      <a:r>
                        <a:rPr lang="en-GB"/>
                        <a:t>. </a:t>
                      </a:r>
                      <a:r>
                        <a:rPr lang="en-GB" err="1"/>
                        <a:t>Indokokkal</a:t>
                      </a:r>
                    </a:p>
                  </a:txBody>
                  <a:tcPr/>
                </a:tc>
                <a:tc>
                  <a:txBody>
                    <a:bodyPr/>
                    <a:lstStyle/>
                    <a:p>
                      <a:pPr lvl="0">
                        <a:buNone/>
                      </a:pPr>
                      <a:r>
                        <a:rPr lang="en-GB" err="1"/>
                        <a:t>Gyakoribb</a:t>
                      </a:r>
                      <a:r>
                        <a:rPr lang="en-GB"/>
                        <a:t>, </a:t>
                      </a:r>
                      <a:r>
                        <a:rPr lang="en-GB" err="1"/>
                        <a:t>tervezetebb</a:t>
                      </a:r>
                      <a:r>
                        <a:rPr lang="en-GB"/>
                        <a:t> </a:t>
                      </a:r>
                      <a:r>
                        <a:rPr lang="en-GB" err="1"/>
                        <a:t>megbeszélések</a:t>
                      </a:r>
                    </a:p>
                  </a:txBody>
                  <a:tcPr/>
                </a:tc>
                <a:tc>
                  <a:txBody>
                    <a:bodyPr/>
                    <a:lstStyle/>
                    <a:p>
                      <a:r>
                        <a:rPr lang="en-GB"/>
                        <a:t>Nagy</a:t>
                      </a:r>
                    </a:p>
                  </a:txBody>
                  <a:tcPr/>
                </a:tc>
                <a:tc>
                  <a:txBody>
                    <a:bodyPr/>
                    <a:lstStyle/>
                    <a:p>
                      <a:r>
                        <a:rPr lang="en-GB"/>
                        <a:t>Erős</a:t>
                      </a:r>
                    </a:p>
                  </a:txBody>
                  <a:tcPr/>
                </a:tc>
                <a:extLst>
                  <a:ext uri="{0D108BD9-81ED-4DB2-BD59-A6C34878D82A}">
                    <a16:rowId xmlns:a16="http://schemas.microsoft.com/office/drawing/2014/main" val="3998410733"/>
                  </a:ext>
                </a:extLst>
              </a:tr>
              <a:tr h="1302448">
                <a:tc>
                  <a:txBody>
                    <a:bodyPr/>
                    <a:lstStyle/>
                    <a:p>
                      <a:pPr lvl="0">
                        <a:buNone/>
                      </a:pPr>
                      <a:r>
                        <a:rPr lang="en-GB" err="1"/>
                        <a:t>Szoftver-Hardver</a:t>
                      </a:r>
                      <a:r>
                        <a:rPr lang="en-GB"/>
                        <a:t> </a:t>
                      </a:r>
                      <a:r>
                        <a:rPr lang="en-GB" err="1"/>
                        <a:t>probléma</a:t>
                      </a:r>
                    </a:p>
                  </a:txBody>
                  <a:tcPr/>
                </a:tc>
                <a:tc>
                  <a:txBody>
                    <a:bodyPr/>
                    <a:lstStyle/>
                    <a:p>
                      <a:pPr lvl="0">
                        <a:buNone/>
                      </a:pPr>
                      <a:r>
                        <a:rPr lang="en-GB" err="1"/>
                        <a:t>Munkavégzés</a:t>
                      </a:r>
                      <a:r>
                        <a:rPr lang="en-GB"/>
                        <a:t> </a:t>
                      </a:r>
                      <a:r>
                        <a:rPr lang="en-GB" err="1"/>
                        <a:t>korlátozása</a:t>
                      </a:r>
                      <a:r>
                        <a:rPr lang="en-GB"/>
                        <a:t>, </a:t>
                      </a:r>
                      <a:r>
                        <a:rPr lang="en-GB" err="1"/>
                        <a:t>megakadályozása</a:t>
                      </a:r>
                    </a:p>
                  </a:txBody>
                  <a:tcPr/>
                </a:tc>
                <a:tc>
                  <a:txBody>
                    <a:bodyPr/>
                    <a:lstStyle/>
                    <a:p>
                      <a:pPr lvl="0">
                        <a:buNone/>
                      </a:pPr>
                      <a:r>
                        <a:rPr lang="en-GB" err="1"/>
                        <a:t>Feladat</a:t>
                      </a:r>
                      <a:r>
                        <a:rPr lang="en-GB"/>
                        <a:t> </a:t>
                      </a:r>
                      <a:r>
                        <a:rPr lang="en-GB" err="1"/>
                        <a:t>átcsoportosítás</a:t>
                      </a:r>
                      <a:r>
                        <a:rPr lang="en-GB"/>
                        <a:t>, </a:t>
                      </a:r>
                      <a:r>
                        <a:rPr lang="en-GB" err="1"/>
                        <a:t>hibaelhárítás</a:t>
                      </a:r>
                      <a:r>
                        <a:rPr lang="en-GB"/>
                        <a:t>, </a:t>
                      </a:r>
                      <a:r>
                        <a:rPr lang="en-GB" err="1"/>
                        <a:t>eszköz</a:t>
                      </a:r>
                      <a:r>
                        <a:rPr lang="en-GB"/>
                        <a:t> </a:t>
                      </a:r>
                      <a:r>
                        <a:rPr lang="en-GB" err="1"/>
                        <a:t>kölcsönzése</a:t>
                      </a:r>
                    </a:p>
                  </a:txBody>
                  <a:tcPr/>
                </a:tc>
                <a:tc>
                  <a:txBody>
                    <a:bodyPr/>
                    <a:lstStyle/>
                    <a:p>
                      <a:pPr lvl="0">
                        <a:buNone/>
                      </a:pPr>
                      <a:r>
                        <a:rPr lang="en-GB" err="1"/>
                        <a:t>Közepes</a:t>
                      </a:r>
                    </a:p>
                  </a:txBody>
                  <a:tcPr/>
                </a:tc>
                <a:tc>
                  <a:txBody>
                    <a:bodyPr/>
                    <a:lstStyle/>
                    <a:p>
                      <a:pPr lvl="0">
                        <a:buNone/>
                      </a:pPr>
                      <a:r>
                        <a:rPr lang="en-GB" err="1"/>
                        <a:t>Közepes</a:t>
                      </a:r>
                    </a:p>
                  </a:txBody>
                  <a:tcPr/>
                </a:tc>
                <a:extLst>
                  <a:ext uri="{0D108BD9-81ED-4DB2-BD59-A6C34878D82A}">
                    <a16:rowId xmlns:a16="http://schemas.microsoft.com/office/drawing/2014/main" val="3050932197"/>
                  </a:ext>
                </a:extLst>
              </a:tr>
            </a:tbl>
          </a:graphicData>
        </a:graphic>
      </p:graphicFrame>
      <p:sp>
        <p:nvSpPr>
          <p:cNvPr id="4" name="Footer Placeholder 3">
            <a:extLst>
              <a:ext uri="{FF2B5EF4-FFF2-40B4-BE49-F238E27FC236}">
                <a16:creationId xmlns:a16="http://schemas.microsoft.com/office/drawing/2014/main" id="{A0476370-5C88-7DFA-933B-C064775EF5EA}"/>
              </a:ext>
            </a:extLst>
          </p:cNvPr>
          <p:cNvSpPr>
            <a:spLocks noGrp="1"/>
          </p:cNvSpPr>
          <p:nvPr>
            <p:ph type="ftr" sz="quarter" idx="11"/>
          </p:nvPr>
        </p:nvSpPr>
        <p:spPr/>
        <p:txBody>
          <a:bodyPr/>
          <a:lstStyle/>
          <a:p>
            <a:pPr algn="just"/>
            <a:r>
              <a:rPr lang="en-US" err="1"/>
              <a:t>JobCompass</a:t>
            </a:r>
          </a:p>
        </p:txBody>
      </p:sp>
      <p:sp>
        <p:nvSpPr>
          <p:cNvPr id="5" name="Slide Number Placeholder 4">
            <a:extLst>
              <a:ext uri="{FF2B5EF4-FFF2-40B4-BE49-F238E27FC236}">
                <a16:creationId xmlns:a16="http://schemas.microsoft.com/office/drawing/2014/main" id="{99604F96-81C4-0D83-F287-10D6134DCBD8}"/>
              </a:ext>
            </a:extLst>
          </p:cNvPr>
          <p:cNvSpPr>
            <a:spLocks noGrp="1"/>
          </p:cNvSpPr>
          <p:nvPr>
            <p:ph type="sldNum" sz="quarter" idx="12"/>
          </p:nvPr>
        </p:nvSpPr>
        <p:spPr/>
        <p:txBody>
          <a:bodyPr/>
          <a:lstStyle/>
          <a:p>
            <a:fld id="{FAEF9944-A4F6-4C59-AEBD-678D6480B8EA}" type="slidenum">
              <a:rPr lang="en-US" smtClean="0"/>
              <a:t>10</a:t>
            </a:fld>
            <a:endParaRPr lang="en-US"/>
          </a:p>
        </p:txBody>
      </p:sp>
    </p:spTree>
    <p:extLst>
      <p:ext uri="{BB962C8B-B14F-4D97-AF65-F5344CB8AC3E}">
        <p14:creationId xmlns:p14="http://schemas.microsoft.com/office/powerpoint/2010/main" val="1092370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C8585-8A5A-32A1-375E-EF4DE6464D02}"/>
              </a:ext>
            </a:extLst>
          </p:cNvPr>
          <p:cNvSpPr>
            <a:spLocks noGrp="1"/>
          </p:cNvSpPr>
          <p:nvPr>
            <p:ph type="title"/>
          </p:nvPr>
        </p:nvSpPr>
        <p:spPr/>
        <p:txBody>
          <a:bodyPr/>
          <a:lstStyle/>
          <a:p>
            <a:r>
              <a:rPr lang="en-GB" dirty="0" err="1">
                <a:ea typeface="Meiryo"/>
              </a:rPr>
              <a:t>Minőségbiztosítás</a:t>
            </a:r>
            <a:r>
              <a:rPr lang="en-GB" dirty="0">
                <a:ea typeface="Meiryo"/>
              </a:rPr>
              <a:t> </a:t>
            </a:r>
            <a:r>
              <a:rPr lang="en-GB" dirty="0" err="1">
                <a:ea typeface="Meiryo"/>
              </a:rPr>
              <a:t>módszerei</a:t>
            </a:r>
            <a:endParaRPr lang="en-GB" dirty="0" err="1"/>
          </a:p>
        </p:txBody>
      </p:sp>
      <p:sp>
        <p:nvSpPr>
          <p:cNvPr id="3" name="Content Placeholder 2">
            <a:extLst>
              <a:ext uri="{FF2B5EF4-FFF2-40B4-BE49-F238E27FC236}">
                <a16:creationId xmlns:a16="http://schemas.microsoft.com/office/drawing/2014/main" id="{BBF88AC1-9E99-09AA-842E-6C7332DB8AC6}"/>
              </a:ext>
            </a:extLst>
          </p:cNvPr>
          <p:cNvSpPr>
            <a:spLocks noGrp="1"/>
          </p:cNvSpPr>
          <p:nvPr>
            <p:ph sz="quarter" idx="13"/>
          </p:nvPr>
        </p:nvSpPr>
        <p:spPr/>
        <p:txBody>
          <a:bodyPr/>
          <a:lstStyle/>
          <a:p>
            <a:pPr marL="283210">
              <a:buFont typeface="Calibri" panose="05000000000000000000" pitchFamily="2" charset="2"/>
              <a:buChar char="-"/>
            </a:pPr>
            <a:r>
              <a:rPr lang="en-GB" dirty="0" err="1">
                <a:solidFill>
                  <a:srgbClr val="404040"/>
                </a:solidFill>
                <a:latin typeface="Meiryo"/>
                <a:ea typeface="Meiryo"/>
                <a:cs typeface="Arial"/>
              </a:rPr>
              <a:t>Specifikáció</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és</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tervek</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átnézése</a:t>
            </a:r>
          </a:p>
          <a:p>
            <a:pPr marL="283210">
              <a:buFont typeface="Calibri" panose="05000000000000000000" pitchFamily="2" charset="2"/>
              <a:buChar char="-"/>
            </a:pPr>
            <a:r>
              <a:rPr lang="en-GB" dirty="0" err="1">
                <a:solidFill>
                  <a:srgbClr val="404040"/>
                </a:solidFill>
                <a:latin typeface="Meiryo"/>
                <a:ea typeface="Meiryo"/>
                <a:cs typeface="Arial"/>
              </a:rPr>
              <a:t>Teszttervek</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végrehajtása</a:t>
            </a:r>
            <a:r>
              <a:rPr lang="en-GB" dirty="0">
                <a:solidFill>
                  <a:srgbClr val="404040"/>
                </a:solidFill>
                <a:latin typeface="Meiryo"/>
                <a:ea typeface="Meiryo"/>
                <a:cs typeface="Arial"/>
              </a:rPr>
              <a:t> </a:t>
            </a:r>
            <a:endParaRPr lang="en-GB" dirty="0">
              <a:ea typeface="Meiryo"/>
              <a:cs typeface="Arial"/>
            </a:endParaRPr>
          </a:p>
          <a:p>
            <a:pPr marL="283210">
              <a:buFont typeface="Calibri" panose="05000000000000000000" pitchFamily="2" charset="2"/>
              <a:buChar char="-"/>
            </a:pPr>
            <a:r>
              <a:rPr lang="en-GB" dirty="0">
                <a:solidFill>
                  <a:srgbClr val="404040"/>
                </a:solidFill>
                <a:latin typeface="Meiryo"/>
                <a:ea typeface="Meiryo"/>
                <a:cs typeface="Arial"/>
              </a:rPr>
              <a:t>Unit </a:t>
            </a:r>
            <a:r>
              <a:rPr lang="en-GB" dirty="0" err="1">
                <a:solidFill>
                  <a:srgbClr val="404040"/>
                </a:solidFill>
                <a:latin typeface="Meiryo"/>
                <a:ea typeface="Meiryo"/>
                <a:cs typeface="Arial"/>
              </a:rPr>
              <a:t>tesztek</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írása</a:t>
            </a:r>
            <a:r>
              <a:rPr lang="en-GB" dirty="0">
                <a:solidFill>
                  <a:srgbClr val="404040"/>
                </a:solidFill>
                <a:latin typeface="Meiryo"/>
                <a:ea typeface="Meiryo"/>
                <a:cs typeface="Arial"/>
              </a:rPr>
              <a:t> </a:t>
            </a:r>
            <a:endParaRPr lang="en-GB" dirty="0">
              <a:ea typeface="Meiryo"/>
              <a:cs typeface="Arial"/>
            </a:endParaRPr>
          </a:p>
          <a:p>
            <a:pPr marL="283210">
              <a:buFont typeface="Calibri" panose="05000000000000000000" pitchFamily="2" charset="2"/>
              <a:buChar char="-"/>
            </a:pPr>
            <a:r>
              <a:rPr lang="en-GB" dirty="0" err="1">
                <a:solidFill>
                  <a:srgbClr val="404040"/>
                </a:solidFill>
                <a:latin typeface="Meiryo"/>
                <a:ea typeface="Meiryo"/>
                <a:cs typeface="Arial"/>
              </a:rPr>
              <a:t>Kód</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átnézése</a:t>
            </a:r>
            <a:endParaRPr lang="en-GB" dirty="0" err="1">
              <a:ea typeface="Meiryo"/>
              <a:cs typeface="Arial"/>
            </a:endParaRPr>
          </a:p>
          <a:p>
            <a:pPr marL="283210">
              <a:buFont typeface="Calibri" panose="05000000000000000000" pitchFamily="2" charset="2"/>
              <a:buChar char="-"/>
            </a:pPr>
            <a:r>
              <a:rPr lang="en-GB" dirty="0" err="1">
                <a:ea typeface="Meiryo"/>
                <a:cs typeface="Arial"/>
              </a:rPr>
              <a:t>Feladaton</a:t>
            </a:r>
            <a:r>
              <a:rPr lang="en-GB" dirty="0">
                <a:ea typeface="Meiryo"/>
                <a:cs typeface="Arial"/>
              </a:rPr>
              <a:t> </a:t>
            </a:r>
            <a:r>
              <a:rPr lang="en-GB" dirty="0" err="1">
                <a:ea typeface="Meiryo"/>
                <a:cs typeface="Arial"/>
              </a:rPr>
              <a:t>dolgozók</a:t>
            </a:r>
            <a:r>
              <a:rPr lang="en-GB" dirty="0">
                <a:ea typeface="Meiryo"/>
                <a:cs typeface="Arial"/>
              </a:rPr>
              <a:t> + </a:t>
            </a:r>
            <a:r>
              <a:rPr lang="en-GB" dirty="0" err="1">
                <a:ea typeface="Meiryo"/>
                <a:cs typeface="Arial"/>
              </a:rPr>
              <a:t>feladatot</a:t>
            </a:r>
            <a:r>
              <a:rPr lang="en-GB" dirty="0">
                <a:ea typeface="Meiryo"/>
                <a:cs typeface="Arial"/>
              </a:rPr>
              <a:t> </a:t>
            </a:r>
            <a:r>
              <a:rPr lang="en-GB" dirty="0" err="1">
                <a:ea typeface="Meiryo"/>
                <a:cs typeface="Arial"/>
              </a:rPr>
              <a:t>ellenörzők</a:t>
            </a:r>
            <a:r>
              <a:rPr lang="en-GB" dirty="0">
                <a:ea typeface="Meiryo"/>
                <a:cs typeface="Arial"/>
              </a:rPr>
              <a:t> </a:t>
            </a:r>
            <a:r>
              <a:rPr lang="en-GB" dirty="0" err="1">
                <a:ea typeface="Meiryo"/>
                <a:cs typeface="Arial"/>
              </a:rPr>
              <a:t>szétválasztása</a:t>
            </a:r>
          </a:p>
          <a:p>
            <a:pPr marL="283210">
              <a:buFont typeface="Calibri" panose="05000000000000000000" pitchFamily="2" charset="2"/>
              <a:buChar char="-"/>
            </a:pPr>
            <a:endParaRPr lang="en-GB" dirty="0">
              <a:ea typeface="Meiryo"/>
            </a:endParaRPr>
          </a:p>
          <a:p>
            <a:pPr marL="283210">
              <a:buFont typeface="Calibri" panose="05000000000000000000" pitchFamily="2" charset="2"/>
              <a:buChar char="-"/>
            </a:pPr>
            <a:endParaRPr lang="en-GB" dirty="0">
              <a:ea typeface="Meiryo"/>
            </a:endParaRPr>
          </a:p>
        </p:txBody>
      </p:sp>
      <p:sp>
        <p:nvSpPr>
          <p:cNvPr id="4" name="Footer Placeholder 3">
            <a:extLst>
              <a:ext uri="{FF2B5EF4-FFF2-40B4-BE49-F238E27FC236}">
                <a16:creationId xmlns:a16="http://schemas.microsoft.com/office/drawing/2014/main" id="{C0FFF880-984B-4958-2BB9-A0E524951597}"/>
              </a:ext>
            </a:extLst>
          </p:cNvPr>
          <p:cNvSpPr>
            <a:spLocks noGrp="1"/>
          </p:cNvSpPr>
          <p:nvPr>
            <p:ph type="ftr" sz="quarter" idx="11"/>
          </p:nvPr>
        </p:nvSpPr>
        <p:spPr/>
        <p:txBody>
          <a:bodyPr/>
          <a:lstStyle/>
          <a:p>
            <a:r>
              <a:rPr lang="en-US" dirty="0" err="1"/>
              <a:t>JobCompass</a:t>
            </a:r>
          </a:p>
        </p:txBody>
      </p:sp>
      <p:sp>
        <p:nvSpPr>
          <p:cNvPr id="5" name="Slide Number Placeholder 4">
            <a:extLst>
              <a:ext uri="{FF2B5EF4-FFF2-40B4-BE49-F238E27FC236}">
                <a16:creationId xmlns:a16="http://schemas.microsoft.com/office/drawing/2014/main" id="{485C925E-DA05-F2D3-ECD8-38DF95C4B0AD}"/>
              </a:ext>
            </a:extLst>
          </p:cNvPr>
          <p:cNvSpPr>
            <a:spLocks noGrp="1"/>
          </p:cNvSpPr>
          <p:nvPr>
            <p:ph type="sldNum" sz="quarter" idx="12"/>
          </p:nvPr>
        </p:nvSpPr>
        <p:spPr/>
        <p:txBody>
          <a:bodyPr/>
          <a:lstStyle/>
          <a:p>
            <a:fld id="{FAEF9944-A4F6-4C59-AEBD-678D6480B8EA}" type="slidenum">
              <a:rPr lang="en-US" smtClean="0"/>
              <a:t>11</a:t>
            </a:fld>
            <a:endParaRPr lang="en-US"/>
          </a:p>
        </p:txBody>
      </p:sp>
    </p:spTree>
    <p:extLst>
      <p:ext uri="{BB962C8B-B14F-4D97-AF65-F5344CB8AC3E}">
        <p14:creationId xmlns:p14="http://schemas.microsoft.com/office/powerpoint/2010/main" val="211193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EFE67E-60AE-41C6-B6C4-7FC54FE38305}"/>
              </a:ext>
            </a:extLst>
          </p:cNvPr>
          <p:cNvSpPr>
            <a:spLocks noGrp="1"/>
          </p:cNvSpPr>
          <p:nvPr>
            <p:ph type="title"/>
          </p:nvPr>
        </p:nvSpPr>
        <p:spPr>
          <a:xfrm>
            <a:off x="1535372" y="4873752"/>
            <a:ext cx="10013709" cy="1033272"/>
          </a:xfrm>
        </p:spPr>
        <p:txBody>
          <a:bodyPr/>
          <a:lstStyle/>
          <a:p>
            <a:r>
              <a:rPr lang="en-US" dirty="0" err="1"/>
              <a:t>Átadandók</a:t>
            </a:r>
            <a:r>
              <a:rPr lang="en-US" dirty="0"/>
              <a:t> </a:t>
            </a:r>
            <a:r>
              <a:rPr lang="en-US" dirty="0" err="1"/>
              <a:t>és</a:t>
            </a:r>
            <a:r>
              <a:rPr lang="en-US" dirty="0"/>
              <a:t> </a:t>
            </a:r>
            <a:r>
              <a:rPr lang="en-US" dirty="0" err="1"/>
              <a:t>határidők</a:t>
            </a:r>
            <a:endParaRPr lang="en-US" dirty="0" err="1">
              <a:ea typeface="Meiryo"/>
            </a:endParaRPr>
          </a:p>
        </p:txBody>
      </p:sp>
      <p:sp>
        <p:nvSpPr>
          <p:cNvPr id="3" name="Footer Placeholder 2">
            <a:extLst>
              <a:ext uri="{FF2B5EF4-FFF2-40B4-BE49-F238E27FC236}">
                <a16:creationId xmlns:a16="http://schemas.microsoft.com/office/drawing/2014/main" id="{291BF2BA-ADC4-4A71-B4A0-9B3047AA9288}"/>
              </a:ext>
            </a:extLst>
          </p:cNvPr>
          <p:cNvSpPr>
            <a:spLocks noGrp="1"/>
          </p:cNvSpPr>
          <p:nvPr>
            <p:ph type="ftr" sz="quarter" idx="11"/>
          </p:nvPr>
        </p:nvSpPr>
        <p:spPr>
          <a:xfrm>
            <a:off x="1535372" y="6309360"/>
            <a:ext cx="4946592" cy="457200"/>
          </a:xfrm>
        </p:spPr>
        <p:txBody>
          <a:bodyPr/>
          <a:lstStyle/>
          <a:p>
            <a:r>
              <a:rPr lang="en-US" dirty="0" err="1"/>
              <a:t>JobCompass</a:t>
            </a:r>
          </a:p>
        </p:txBody>
      </p:sp>
      <p:sp>
        <p:nvSpPr>
          <p:cNvPr id="5" name="Slide Number Placeholder 4">
            <a:extLst>
              <a:ext uri="{FF2B5EF4-FFF2-40B4-BE49-F238E27FC236}">
                <a16:creationId xmlns:a16="http://schemas.microsoft.com/office/drawing/2014/main" id="{46B20231-9711-4B47-A80C-85346582D3DF}"/>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12</a:t>
            </a:fld>
            <a:endParaRPr lang="en-US"/>
          </a:p>
        </p:txBody>
      </p:sp>
      <p:graphicFrame>
        <p:nvGraphicFramePr>
          <p:cNvPr id="9" name="Content Placeholder 3" descr="Timeline Smart Art Placeholder">
            <a:extLst>
              <a:ext uri="{FF2B5EF4-FFF2-40B4-BE49-F238E27FC236}">
                <a16:creationId xmlns:a16="http://schemas.microsoft.com/office/drawing/2014/main" id="{34466B8E-B3C3-4427-AD0D-6EE575A4212C}"/>
              </a:ext>
            </a:extLst>
          </p:cNvPr>
          <p:cNvGraphicFramePr>
            <a:graphicFrameLocks/>
          </p:cNvGraphicFramePr>
          <p:nvPr>
            <p:extLst>
              <p:ext uri="{D42A27DB-BD31-4B8C-83A1-F6EECF244321}">
                <p14:modId xmlns:p14="http://schemas.microsoft.com/office/powerpoint/2010/main" val="4283889039"/>
              </p:ext>
            </p:extLst>
          </p:nvPr>
        </p:nvGraphicFramePr>
        <p:xfrm>
          <a:off x="1637082" y="279567"/>
          <a:ext cx="10013709" cy="4143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9018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84338-0DD7-2BB5-7B94-37AB88FCCB4F}"/>
              </a:ext>
            </a:extLst>
          </p:cNvPr>
          <p:cNvSpPr>
            <a:spLocks noGrp="1"/>
          </p:cNvSpPr>
          <p:nvPr>
            <p:ph type="title"/>
          </p:nvPr>
        </p:nvSpPr>
        <p:spPr>
          <a:xfrm>
            <a:off x="1535371" y="962423"/>
            <a:ext cx="10013710" cy="1111991"/>
          </a:xfrm>
        </p:spPr>
        <p:txBody>
          <a:bodyPr anchor="b">
            <a:normAutofit/>
          </a:bodyPr>
          <a:lstStyle/>
          <a:p>
            <a:r>
              <a:rPr lang="en-GB" dirty="0"/>
              <a:t>Gantt diagram</a:t>
            </a:r>
            <a:endParaRPr lang="en-GB" dirty="0" err="1"/>
          </a:p>
        </p:txBody>
      </p:sp>
      <p:pic>
        <p:nvPicPr>
          <p:cNvPr id="5" name="Picture 4" descr="A screenshot of a computer&#10;&#10;Description automatically generated">
            <a:extLst>
              <a:ext uri="{FF2B5EF4-FFF2-40B4-BE49-F238E27FC236}">
                <a16:creationId xmlns:a16="http://schemas.microsoft.com/office/drawing/2014/main" id="{3EFF145B-B099-C740-DD9C-6925E98A1718}"/>
              </a:ext>
            </a:extLst>
          </p:cNvPr>
          <p:cNvPicPr>
            <a:picLocks noChangeAspect="1"/>
          </p:cNvPicPr>
          <p:nvPr/>
        </p:nvPicPr>
        <p:blipFill>
          <a:blip r:embed="rId2"/>
          <a:stretch>
            <a:fillRect/>
          </a:stretch>
        </p:blipFill>
        <p:spPr>
          <a:xfrm>
            <a:off x="1126599" y="2285611"/>
            <a:ext cx="9436631" cy="3847980"/>
          </a:xfrm>
          <a:prstGeom prst="rect">
            <a:avLst/>
          </a:prstGeom>
          <a:noFill/>
        </p:spPr>
      </p:pic>
      <p:sp>
        <p:nvSpPr>
          <p:cNvPr id="3" name="Footer Placeholder 2">
            <a:extLst>
              <a:ext uri="{FF2B5EF4-FFF2-40B4-BE49-F238E27FC236}">
                <a16:creationId xmlns:a16="http://schemas.microsoft.com/office/drawing/2014/main" id="{E83FDB0C-4326-11AF-F87B-E96FB02C33BB}"/>
              </a:ext>
            </a:extLst>
          </p:cNvPr>
          <p:cNvSpPr>
            <a:spLocks noGrp="1"/>
          </p:cNvSpPr>
          <p:nvPr>
            <p:ph type="ftr" sz="quarter" idx="11"/>
          </p:nvPr>
        </p:nvSpPr>
        <p:spPr>
          <a:xfrm>
            <a:off x="1535371" y="6309360"/>
            <a:ext cx="5732061" cy="457200"/>
          </a:xfrm>
        </p:spPr>
        <p:txBody>
          <a:bodyPr anchor="ctr">
            <a:normAutofit/>
          </a:bodyPr>
          <a:lstStyle/>
          <a:p>
            <a:pPr>
              <a:spcAft>
                <a:spcPts val="600"/>
              </a:spcAft>
            </a:pPr>
            <a:r>
              <a:rPr lang="en-US" err="1"/>
              <a:t>JobCompass</a:t>
            </a:r>
          </a:p>
        </p:txBody>
      </p:sp>
      <p:sp>
        <p:nvSpPr>
          <p:cNvPr id="4" name="Slide Number Placeholder 3">
            <a:extLst>
              <a:ext uri="{FF2B5EF4-FFF2-40B4-BE49-F238E27FC236}">
                <a16:creationId xmlns:a16="http://schemas.microsoft.com/office/drawing/2014/main" id="{29949193-53B7-44F8-8C95-E08E197F203F}"/>
              </a:ext>
            </a:extLst>
          </p:cNvPr>
          <p:cNvSpPr>
            <a:spLocks noGrp="1"/>
          </p:cNvSpPr>
          <p:nvPr>
            <p:ph type="sldNum" sz="quarter" idx="12"/>
          </p:nvPr>
        </p:nvSpPr>
        <p:spPr>
          <a:xfrm>
            <a:off x="10569202" y="6309360"/>
            <a:ext cx="979879" cy="457200"/>
          </a:xfrm>
        </p:spPr>
        <p:txBody>
          <a:bodyPr anchor="b">
            <a:normAutofit/>
          </a:bodyPr>
          <a:lstStyle/>
          <a:p>
            <a:pPr>
              <a:spcAft>
                <a:spcPts val="600"/>
              </a:spcAft>
            </a:pPr>
            <a:fld id="{FAEF9944-A4F6-4C59-AEBD-678D6480B8EA}" type="slidenum">
              <a:rPr lang="en-US" smtClean="0"/>
              <a:pPr>
                <a:spcAft>
                  <a:spcPts val="600"/>
                </a:spcAft>
              </a:pPr>
              <a:t>13</a:t>
            </a:fld>
            <a:endParaRPr lang="en-US"/>
          </a:p>
        </p:txBody>
      </p:sp>
      <p:pic>
        <p:nvPicPr>
          <p:cNvPr id="8" name="Picture 7" descr="A screenshot of a computer&#10;&#10;Description automatically generated">
            <a:extLst>
              <a:ext uri="{FF2B5EF4-FFF2-40B4-BE49-F238E27FC236}">
                <a16:creationId xmlns:a16="http://schemas.microsoft.com/office/drawing/2014/main" id="{A114BCF6-B191-87C0-4589-059FF8D221FC}"/>
              </a:ext>
            </a:extLst>
          </p:cNvPr>
          <p:cNvPicPr>
            <a:picLocks noChangeAspect="1"/>
          </p:cNvPicPr>
          <p:nvPr/>
        </p:nvPicPr>
        <p:blipFill>
          <a:blip r:embed="rId3"/>
          <a:stretch>
            <a:fillRect/>
          </a:stretch>
        </p:blipFill>
        <p:spPr>
          <a:xfrm>
            <a:off x="9696720" y="2773662"/>
            <a:ext cx="2028825" cy="3438525"/>
          </a:xfrm>
          <a:prstGeom prst="rect">
            <a:avLst/>
          </a:prstGeom>
        </p:spPr>
      </p:pic>
    </p:spTree>
    <p:extLst>
      <p:ext uri="{BB962C8B-B14F-4D97-AF65-F5344CB8AC3E}">
        <p14:creationId xmlns:p14="http://schemas.microsoft.com/office/powerpoint/2010/main" val="2914381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a:xfrm>
            <a:off x="1434622" y="1048176"/>
            <a:ext cx="5102365" cy="2109353"/>
          </a:xfrm>
        </p:spPr>
        <p:txBody>
          <a:bodyPr/>
          <a:lstStyle/>
          <a:p>
            <a:r>
              <a:rPr lang="en-US" dirty="0" err="1"/>
              <a:t>Köszönjük</a:t>
            </a:r>
            <a:r>
              <a:rPr lang="en-US" dirty="0"/>
              <a:t> a </a:t>
            </a:r>
            <a:r>
              <a:rPr lang="en-US" dirty="0" err="1"/>
              <a:t>figyelmet</a:t>
            </a:r>
            <a:r>
              <a:rPr lang="en-US" dirty="0"/>
              <a:t>!</a:t>
            </a:r>
            <a:endParaRPr lang="en-US" dirty="0">
              <a:ea typeface="Meiryo"/>
            </a:endParaRPr>
          </a:p>
        </p:txBody>
      </p:sp>
      <p:pic>
        <p:nvPicPr>
          <p:cNvPr id="30" name="Picture Placeholder 29" descr="Office Stairs, hanging lights">
            <a:extLst>
              <a:ext uri="{FF2B5EF4-FFF2-40B4-BE49-F238E27FC236}">
                <a16:creationId xmlns:a16="http://schemas.microsoft.com/office/drawing/2014/main" id="{C1CA27C7-F47D-4606-AAE8-32BD4D06983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 b="5"/>
          <a:stretch/>
        </p:blipFill>
        <p:spPr>
          <a:xfrm>
            <a:off x="1067712" y="3461002"/>
            <a:ext cx="5728215" cy="3396997"/>
          </a:xfrm>
        </p:spPr>
      </p:pic>
      <p:pic>
        <p:nvPicPr>
          <p:cNvPr id="32" name="Picture Placeholder 31" descr="Two people working on a laptop and tablet with graphs and tables ">
            <a:extLst>
              <a:ext uri="{FF2B5EF4-FFF2-40B4-BE49-F238E27FC236}">
                <a16:creationId xmlns:a16="http://schemas.microsoft.com/office/drawing/2014/main" id="{C4A8B214-180D-446B-9616-62B7371F3DDA}"/>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l="26" r="26"/>
          <a:stretch/>
        </p:blipFill>
        <p:spPr>
          <a:xfrm>
            <a:off x="6858023" y="-1"/>
            <a:ext cx="5333977" cy="3396995"/>
          </a:xfrm>
        </p:spPr>
      </p:pic>
      <p:sp>
        <p:nvSpPr>
          <p:cNvPr id="5" name="Content Placeholder 4">
            <a:extLst>
              <a:ext uri="{FF2B5EF4-FFF2-40B4-BE49-F238E27FC236}">
                <a16:creationId xmlns:a16="http://schemas.microsoft.com/office/drawing/2014/main" id="{5755816F-F516-477A-8EF2-D8CA20267590}"/>
              </a:ext>
            </a:extLst>
          </p:cNvPr>
          <p:cNvSpPr>
            <a:spLocks noGrp="1"/>
          </p:cNvSpPr>
          <p:nvPr>
            <p:ph idx="1"/>
          </p:nvPr>
        </p:nvSpPr>
        <p:spPr>
          <a:xfrm>
            <a:off x="7386762" y="3928342"/>
            <a:ext cx="4162319" cy="2285000"/>
          </a:xfrm>
        </p:spPr>
        <p:txBody>
          <a:bodyPr>
            <a:normAutofit/>
          </a:bodyPr>
          <a:lstStyle/>
          <a:p>
            <a:endParaRPr lang="en-US" dirty="0">
              <a:ea typeface="Meiryo"/>
            </a:endParaRPr>
          </a:p>
        </p:txBody>
      </p:sp>
      <p:sp>
        <p:nvSpPr>
          <p:cNvPr id="34" name="Footer Placeholder 33">
            <a:extLst>
              <a:ext uri="{FF2B5EF4-FFF2-40B4-BE49-F238E27FC236}">
                <a16:creationId xmlns:a16="http://schemas.microsoft.com/office/drawing/2014/main" id="{263FD36A-B869-46D7-A4E1-FAA91F31D1C3}"/>
              </a:ext>
            </a:extLst>
          </p:cNvPr>
          <p:cNvSpPr>
            <a:spLocks noGrp="1"/>
          </p:cNvSpPr>
          <p:nvPr>
            <p:ph type="ftr" sz="quarter" idx="11"/>
          </p:nvPr>
        </p:nvSpPr>
        <p:spPr>
          <a:xfrm>
            <a:off x="1525917" y="6309360"/>
            <a:ext cx="4946592" cy="457200"/>
          </a:xfrm>
        </p:spPr>
        <p:txBody>
          <a:bodyPr/>
          <a:lstStyle/>
          <a:p>
            <a:r>
              <a:rPr lang="en-US"/>
              <a:t>Presentation Title</a:t>
            </a:r>
          </a:p>
        </p:txBody>
      </p:sp>
      <p:sp>
        <p:nvSpPr>
          <p:cNvPr id="35" name="Slide Number Placeholder 34">
            <a:extLst>
              <a:ext uri="{FF2B5EF4-FFF2-40B4-BE49-F238E27FC236}">
                <a16:creationId xmlns:a16="http://schemas.microsoft.com/office/drawing/2014/main" id="{6F05ADB0-C4C0-4EB9-ACD6-D5D69C07C06E}"/>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14</a:t>
            </a:fld>
            <a:endParaRPr lang="en-US"/>
          </a:p>
        </p:txBody>
      </p:sp>
    </p:spTree>
    <p:extLst>
      <p:ext uri="{BB962C8B-B14F-4D97-AF65-F5344CB8AC3E}">
        <p14:creationId xmlns:p14="http://schemas.microsoft.com/office/powerpoint/2010/main" val="798203993"/>
      </p:ext>
    </p:extLst>
  </p:cSld>
  <p:clrMapOvr>
    <a:masterClrMapping/>
  </p:clrMapOvr>
</p:sld>
</file>

<file path=ppt/theme/theme1.xml><?xml version="1.0" encoding="utf-8"?>
<a:theme xmlns:a="http://schemas.openxmlformats.org/drawingml/2006/main" name="Custom">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 design_Win32_LW_V7" id="{F1E2C390-6C8B-410E-9865-BF3A23EDF657}" vid="{EDAFF292-738E-47D4-B134-CB9A442FCC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75890C-51C4-4E83-93D3-1F0BE433290B}">
  <ds:schemaRefs>
    <ds:schemaRef ds:uri="http://schemas.microsoft.com/sharepoint/v3/contenttype/forms"/>
  </ds:schemaRefs>
</ds:datastoreItem>
</file>

<file path=customXml/itemProps2.xml><?xml version="1.0" encoding="utf-8"?>
<ds:datastoreItem xmlns:ds="http://schemas.openxmlformats.org/officeDocument/2006/customXml" ds:itemID="{34109B59-6C56-4983-8EA2-C110136BDE70}">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AB4C1ECA-A565-471D-A164-5CD0A9930ED9}">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14</Slides>
  <Notes>5</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Custom</vt:lpstr>
      <vt:lpstr>JobCompass</vt:lpstr>
      <vt:lpstr>Összefoglaló</vt:lpstr>
      <vt:lpstr>A projektről</vt:lpstr>
      <vt:lpstr>Rendszerspecifikációk és követelmények</vt:lpstr>
      <vt:lpstr>Funkcionális követelmények</vt:lpstr>
      <vt:lpstr>Nem funkcionális követelmények</vt:lpstr>
      <vt:lpstr>Költség- és erőforrás-szükségletek</vt:lpstr>
      <vt:lpstr>Projektcsapat, felépítés és felelősségek</vt:lpstr>
      <vt:lpstr>Munka feltételei, munkakörnyezet</vt:lpstr>
      <vt:lpstr>Rizikómenedzsment</vt:lpstr>
      <vt:lpstr>Minőségbiztosítás módszerei</vt:lpstr>
      <vt:lpstr>Átadandók és határidők</vt:lpstr>
      <vt:lpstr>Gantt diagram</vt:lpstr>
      <vt:lpstr>Köszönjük a figyelmet!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revision>102</cp:revision>
  <dcterms:created xsi:type="dcterms:W3CDTF">2023-10-10T13:36:24Z</dcterms:created>
  <dcterms:modified xsi:type="dcterms:W3CDTF">2023-10-10T16:31:14Z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